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51760" cy="342900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31738" y="0"/>
            <a:ext cx="0" cy="6858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11717" y="0"/>
            <a:ext cx="0" cy="6858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429000"/>
            <a:ext cx="0" cy="3429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13716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7" name="Shape 5"/>
          <p:cNvSpPr/>
          <p:nvPr/>
        </p:nvSpPr>
        <p:spPr>
          <a:xfrm>
            <a:off x="2651760" y="27432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2651760" y="41148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9" name="Shape 7"/>
          <p:cNvSpPr/>
          <p:nvPr/>
        </p:nvSpPr>
        <p:spPr>
          <a:xfrm>
            <a:off x="2651760" y="54864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10" name="Text 8"/>
          <p:cNvSpPr txBox="1"/>
          <p:nvPr/>
        </p:nvSpPr>
        <p:spPr>
          <a:xfrm>
            <a:off x="2816352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List</a:t>
            </a:r>
            <a:endParaRPr lang="en-US" sz="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94" y="384048"/>
            <a:ext cx="603504" cy="6035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816352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</a:t>
            </a:r>
            <a:endParaRPr lang="en-US" sz="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794" y="1755648"/>
            <a:ext cx="603504" cy="60350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16352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</a:t>
            </a:r>
            <a:endParaRPr lang="en-US" sz="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794" y="3127248"/>
            <a:ext cx="603504" cy="60350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16352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794" y="4498848"/>
            <a:ext cx="603504" cy="60350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816352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</a:t>
            </a:r>
            <a:endParaRPr lang="en-US" sz="8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794" y="5870448"/>
            <a:ext cx="603504" cy="6035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996330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Laptop</a:t>
            </a:r>
            <a:endParaRPr lang="en-US" sz="8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8772" y="384048"/>
            <a:ext cx="603504" cy="60350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996330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Folder</a:t>
            </a:r>
            <a:endParaRPr lang="en-US" sz="8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8772" y="1755648"/>
            <a:ext cx="603504" cy="60350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996330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</a:t>
            </a:r>
            <a:endParaRPr lang="en-US" sz="8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8772" y="3127248"/>
            <a:ext cx="603504" cy="60350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996330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Video</a:t>
            </a:r>
            <a:endParaRPr lang="en-US" sz="8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8772" y="4498848"/>
            <a:ext cx="603504" cy="603504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996330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Set-up</a:t>
            </a:r>
            <a:endParaRPr lang="en-US" sz="8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8772" y="5870448"/>
            <a:ext cx="603504" cy="603504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9176309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</a:t>
            </a:r>
            <a:endParaRPr lang="en-US" sz="80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8751" y="384048"/>
            <a:ext cx="603504" cy="603504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9176309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Pie chart</a:t>
            </a:r>
            <a:endParaRPr lang="en-US" sz="80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08751" y="1755648"/>
            <a:ext cx="603504" cy="603504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9176309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Mail</a:t>
            </a:r>
            <a:endParaRPr lang="en-US" sz="8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8751" y="3127248"/>
            <a:ext cx="603504" cy="603504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9176309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Wifi(router)</a:t>
            </a:r>
            <a:endParaRPr lang="en-US" sz="80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8751" y="4498848"/>
            <a:ext cx="603504" cy="603504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9176309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</a:t>
            </a:r>
            <a:endParaRPr lang="en-US" sz="800" dirty="0"/>
          </a:p>
        </p:txBody>
      </p:sp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08751" y="58704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658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Confidential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206240" y="27249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제목을 입력하십시오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035040" y="426110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부서명/담당자명 기입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1069848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59536" y="914400"/>
            <a:ext cx="9144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Please write the main title here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59536" y="144475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subtitle here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텍스트를 입력하십시오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49808" y="6336792"/>
            <a:ext cx="1069848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47208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메시지를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444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 입력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1444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444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41080" y="1444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938528"/>
            <a:ext cx="10454335" cy="0"/>
          </a:xfrm>
          <a:prstGeom prst="line">
            <a:avLst/>
          </a:prstGeom>
          <a:noFill/>
          <a:ln w="9525">
            <a:solidFill>
              <a:srgbClr val="4A5A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21284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메시지를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입력해 주시기 바랍니다.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3101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 입력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27932" y="1897380"/>
            <a:ext cx="82296" cy="82296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69080" y="1938528"/>
            <a:ext cx="0" cy="4023360"/>
          </a:xfrm>
          <a:prstGeom prst="line">
            <a:avLst/>
          </a:prstGeom>
          <a:noFill/>
          <a:ln w="7620">
            <a:solidFill>
              <a:srgbClr val="8794AC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4114800" y="2308860"/>
            <a:ext cx="50292" cy="50292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15384" y="2231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1900. 00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233672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0" y="2875788"/>
            <a:ext cx="50292" cy="50292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15384" y="27980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1900. 00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233672" y="30175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13932" y="1897380"/>
            <a:ext cx="82296" cy="82296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5080" y="1938528"/>
            <a:ext cx="0" cy="4023360"/>
          </a:xfrm>
          <a:prstGeom prst="line">
            <a:avLst/>
          </a:prstGeom>
          <a:noFill/>
          <a:ln w="7620">
            <a:solidFill>
              <a:srgbClr val="8794AC"/>
            </a:solidFill>
            <a:prstDash val="sysDot"/>
          </a:ln>
        </p:spPr>
      </p:sp>
      <p:sp>
        <p:nvSpPr>
          <p:cNvPr id="23" name="Shape 21"/>
          <p:cNvSpPr/>
          <p:nvPr/>
        </p:nvSpPr>
        <p:spPr>
          <a:xfrm>
            <a:off x="6400800" y="2308860"/>
            <a:ext cx="50292" cy="50292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01384" y="2231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1900. 00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519672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0" y="2875788"/>
            <a:ext cx="50292" cy="50292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01384" y="27980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1900. 00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519672" y="30175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599932" y="1897380"/>
            <a:ext cx="82296" cy="82296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41080" y="1938528"/>
            <a:ext cx="0" cy="4023360"/>
          </a:xfrm>
          <a:prstGeom prst="line">
            <a:avLst/>
          </a:prstGeom>
          <a:noFill/>
          <a:ln w="7620">
            <a:solidFill>
              <a:srgbClr val="8794AC"/>
            </a:solidFill>
            <a:prstDash val="sysDot"/>
          </a:ln>
        </p:spPr>
      </p:sp>
      <p:sp>
        <p:nvSpPr>
          <p:cNvPr id="31" name="Shape 29"/>
          <p:cNvSpPr/>
          <p:nvPr/>
        </p:nvSpPr>
        <p:spPr>
          <a:xfrm>
            <a:off x="8686800" y="2308860"/>
            <a:ext cx="50292" cy="50292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87384" y="2231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1900. 00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805672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686800" y="2875788"/>
            <a:ext cx="50292" cy="50292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87384" y="27980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1900. 00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805672" y="30175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686800" y="3442716"/>
            <a:ext cx="50292" cy="50292"/>
          </a:xfrm>
          <a:prstGeom prst="ellipse">
            <a:avLst/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787384" y="33649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1900. 00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805672" y="358444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68680" y="1426464"/>
            <a:ext cx="2514600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45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60520" y="1325880"/>
            <a:ext cx="7162495" cy="4608576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메시지를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86384" y="1417320"/>
            <a:ext cx="41148" cy="192024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3544" y="1389888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5400904" cy="4608576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563624"/>
            <a:ext cx="256032" cy="256032"/>
          </a:xfrm>
          <a:prstGeom prst="ellipse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98448" y="1527048"/>
            <a:ext cx="448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984248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0712" y="1325880"/>
            <a:ext cx="5400904" cy="4608576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6744" y="1563624"/>
            <a:ext cx="256032" cy="256032"/>
          </a:xfrm>
          <a:prstGeom prst="ellipse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09080" y="1527048"/>
            <a:ext cx="448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25032" y="1984248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95848" y="1325880"/>
            <a:ext cx="0" cy="4608576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68680" y="1463040"/>
            <a:ext cx="2194560" cy="128016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4630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제안사항</a:t>
            </a:r>
            <a:endParaRPr lang="en-US" sz="12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8031175" cy="1280160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1920240"/>
            <a:ext cx="7573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68680" y="2999232"/>
            <a:ext cx="2194560" cy="128016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제안사항</a:t>
            </a:r>
            <a:endParaRPr lang="en-US" sz="12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91840" y="2999232"/>
            <a:ext cx="8031175" cy="1280160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3456432"/>
            <a:ext cx="7573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8680" y="4535424"/>
            <a:ext cx="2194560" cy="128016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535424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제안사항</a:t>
            </a:r>
            <a:endParaRPr lang="en-US" sz="12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291840" y="4535424"/>
            <a:ext cx="8031175" cy="1280160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4992624"/>
            <a:ext cx="7573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0" cy="4654296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353312"/>
            <a:ext cx="6446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90000"/>
              </a:lnSpc>
              <a:buNone/>
            </a:pPr>
            <a:r>
              <a:rPr lang="en-US" sz="12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200" dirty="0"/>
          </a:p>
          <a:p>
            <a:pPr indent="0" marL="0">
              <a:lnSpc>
                <a:spcPct val="190000"/>
              </a:lnSpc>
              <a:buNone/>
            </a:pPr>
            <a:r>
              <a:rPr lang="en-US" sz="12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1353312"/>
            <a:ext cx="3413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90000"/>
              </a:lnSpc>
              <a:buNone/>
            </a:pPr>
            <a:r>
              <a:rPr lang="en-US" sz="12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51760" cy="342900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31738" y="0"/>
            <a:ext cx="0" cy="6858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11717" y="0"/>
            <a:ext cx="0" cy="6858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429000"/>
            <a:ext cx="0" cy="3429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13716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7" name="Shape 5"/>
          <p:cNvSpPr/>
          <p:nvPr/>
        </p:nvSpPr>
        <p:spPr>
          <a:xfrm>
            <a:off x="2651760" y="27432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2651760" y="41148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9" name="Shape 7"/>
          <p:cNvSpPr/>
          <p:nvPr/>
        </p:nvSpPr>
        <p:spPr>
          <a:xfrm>
            <a:off x="2651760" y="54864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10" name="Text 8"/>
          <p:cNvSpPr txBox="1"/>
          <p:nvPr/>
        </p:nvSpPr>
        <p:spPr>
          <a:xfrm>
            <a:off x="2816352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천궁-II</a:t>
            </a:r>
            <a:endParaRPr lang="en-US" sz="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94" y="384048"/>
            <a:ext cx="603504" cy="6035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816352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LSAM AAM</a:t>
            </a:r>
            <a:endParaRPr lang="en-US" sz="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794" y="1755648"/>
            <a:ext cx="603504" cy="60350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16352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LSAM ABM</a:t>
            </a:r>
            <a:endParaRPr lang="en-US" sz="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794" y="3127248"/>
            <a:ext cx="603504" cy="60350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16352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LAMD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794" y="4498848"/>
            <a:ext cx="603504" cy="60350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816352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해궁</a:t>
            </a:r>
            <a:endParaRPr lang="en-US" sz="8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794" y="5870448"/>
            <a:ext cx="603504" cy="6035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996330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홍상어</a:t>
            </a:r>
            <a:endParaRPr lang="en-US" sz="8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8772" y="384048"/>
            <a:ext cx="603504" cy="60350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996330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천궁 발사차량</a:t>
            </a:r>
            <a:endParaRPr lang="en-US" sz="8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8772" y="1755648"/>
            <a:ext cx="603504" cy="60350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996330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천궁 MFR차량</a:t>
            </a:r>
            <a:endParaRPr lang="en-US" sz="8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8772" y="3127248"/>
            <a:ext cx="603504" cy="60350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996330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천궁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지휘통제차량</a:t>
            </a:r>
            <a:endParaRPr lang="en-US" sz="8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8772" y="4498848"/>
            <a:ext cx="603504" cy="603504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996330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CIWS-II</a:t>
            </a:r>
            <a:endParaRPr lang="en-US" sz="8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8772" y="5870448"/>
            <a:ext cx="603504" cy="603504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9176309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KF21</a:t>
            </a:r>
            <a:endParaRPr lang="en-US" sz="80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8751" y="384048"/>
            <a:ext cx="603504" cy="603504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9176309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KDDX</a:t>
            </a:r>
            <a:endParaRPr lang="en-US" sz="80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08751" y="1755648"/>
            <a:ext cx="603504" cy="603504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9176309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정찰용무인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수상정</a:t>
            </a:r>
            <a:endParaRPr lang="en-US" sz="8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8751" y="3127248"/>
            <a:ext cx="603504" cy="603504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9176309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자폭용무인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수상정</a:t>
            </a:r>
            <a:endParaRPr lang="en-US" sz="80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8751" y="4498848"/>
            <a:ext cx="603504" cy="603504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9176309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AUV</a:t>
            </a:r>
            <a:endParaRPr lang="en-US" sz="800" dirty="0"/>
          </a:p>
        </p:txBody>
      </p:sp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08751" y="58704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51760" cy="342900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31738" y="0"/>
            <a:ext cx="0" cy="6858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11717" y="0"/>
            <a:ext cx="0" cy="6858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429000"/>
            <a:ext cx="0" cy="3429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13716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7" name="Shape 5"/>
          <p:cNvSpPr/>
          <p:nvPr/>
        </p:nvSpPr>
        <p:spPr>
          <a:xfrm>
            <a:off x="2651760" y="27432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2651760" y="41148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9" name="Shape 7"/>
          <p:cNvSpPr/>
          <p:nvPr/>
        </p:nvSpPr>
        <p:spPr>
          <a:xfrm>
            <a:off x="2651760" y="54864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10" name="Text 8"/>
          <p:cNvSpPr txBox="1"/>
          <p:nvPr/>
        </p:nvSpPr>
        <p:spPr>
          <a:xfrm>
            <a:off x="2816352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</a:t>
            </a:r>
            <a:endParaRPr lang="en-US" sz="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94" y="384048"/>
            <a:ext cx="603504" cy="6035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816352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Employee ID</a:t>
            </a:r>
            <a:endParaRPr lang="en-US" sz="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794" y="1755648"/>
            <a:ext cx="603504" cy="60350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16352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</a:t>
            </a:r>
            <a:endParaRPr lang="en-US" sz="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794" y="3127248"/>
            <a:ext cx="603504" cy="60350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16352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Home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794" y="4498848"/>
            <a:ext cx="603504" cy="60350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816352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Government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Office</a:t>
            </a:r>
            <a:endParaRPr lang="en-US" sz="8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794" y="5870448"/>
            <a:ext cx="603504" cy="6035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996330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</a:t>
            </a:r>
            <a:endParaRPr lang="en-US" sz="8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8772" y="384048"/>
            <a:ext cx="603504" cy="60350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996330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Money</a:t>
            </a:r>
            <a:endParaRPr lang="en-US" sz="8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8772" y="1755648"/>
            <a:ext cx="603504" cy="60350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996330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</a:t>
            </a:r>
            <a:endParaRPr lang="en-US" sz="8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8772" y="3127248"/>
            <a:ext cx="603504" cy="60350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996330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Trash</a:t>
            </a:r>
            <a:endParaRPr lang="en-US" sz="8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8772" y="4498848"/>
            <a:ext cx="603504" cy="603504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996330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Mute</a:t>
            </a:r>
            <a:endParaRPr lang="en-US" sz="8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8772" y="5870448"/>
            <a:ext cx="603504" cy="603504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9176309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</a:t>
            </a:r>
            <a:endParaRPr lang="en-US" sz="80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8751" y="384048"/>
            <a:ext cx="603504" cy="603504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9176309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Location</a:t>
            </a:r>
            <a:endParaRPr lang="en-US" sz="80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08751" y="1755648"/>
            <a:ext cx="603504" cy="603504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9176309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Certificate</a:t>
            </a:r>
            <a:endParaRPr lang="en-US" sz="8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8751" y="3127248"/>
            <a:ext cx="603504" cy="603504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9176309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</a:t>
            </a:r>
            <a:endParaRPr lang="en-US" sz="80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8751" y="4498848"/>
            <a:ext cx="603504" cy="603504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9176309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Projector</a:t>
            </a:r>
            <a:endParaRPr lang="en-US" sz="800" dirty="0"/>
          </a:p>
        </p:txBody>
      </p:sp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08751" y="58704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502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103120" y="722376"/>
            <a:ext cx="210312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722376"/>
            <a:ext cx="7269480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926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작성하실 제목을</a:t>
            </a:r>
            <a:endParaRPr lang="en-US" sz="13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입력하시기 바랍니다.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00600" y="19293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192938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Components 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4108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325526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325526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Components 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458114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458114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Components 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41080" y="4434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content you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50328" y="6309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10698480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59536" y="914400"/>
            <a:ext cx="9144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Please write the main title here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59536" y="144475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subtitle here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텍스트를 입력하십시오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49808" y="6336792"/>
            <a:ext cx="10698480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47208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0" cy="4654296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353312"/>
            <a:ext cx="6446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90000"/>
              </a:lnSpc>
              <a:buNone/>
            </a:pPr>
            <a:r>
              <a:rPr lang="en-US" sz="12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1353312"/>
            <a:ext cx="3413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90000"/>
              </a:lnSpc>
              <a:buNone/>
            </a:pPr>
            <a:r>
              <a:rPr lang="en-US" sz="12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200" dirty="0"/>
          </a:p>
          <a:p>
            <a:pPr indent="0" marL="0">
              <a:lnSpc>
                <a:spcPct val="190000"/>
              </a:lnSpc>
              <a:buNone/>
            </a:pPr>
            <a:r>
              <a:rPr lang="en-US" sz="12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68680" y="1371600"/>
            <a:ext cx="2331720" cy="274320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371600"/>
            <a:ext cx="2331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제안사항</a:t>
            </a:r>
            <a:endParaRPr lang="en-US" sz="125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7939735" cy="2743200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560320"/>
            <a:ext cx="7482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498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입력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77440" y="4645152"/>
            <a:ext cx="8716975" cy="0"/>
          </a:xfrm>
          <a:prstGeom prst="line">
            <a:avLst/>
          </a:prstGeom>
          <a:noFill/>
          <a:ln w="9525">
            <a:solidFill>
              <a:srgbClr val="4A5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4956048"/>
            <a:ext cx="3362858" cy="566928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956048"/>
            <a:ext cx="33628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14418" y="4956048"/>
            <a:ext cx="3362858" cy="566928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14418" y="4956048"/>
            <a:ext cx="33628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60157" y="4956048"/>
            <a:ext cx="3362858" cy="566928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60157" y="4956048"/>
            <a:ext cx="33628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11535" cy="566928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41248" y="5669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메시지 입력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6327648"/>
            <a:ext cx="10911535" cy="0"/>
          </a:xfrm>
          <a:prstGeom prst="line">
            <a:avLst/>
          </a:prstGeom>
          <a:noFill/>
          <a:ln w="9525">
            <a:solidFill>
              <a:srgbClr val="AEB9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47208" y="63550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4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41248" y="1673352"/>
            <a:ext cx="41148" cy="192024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8408" y="1645920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 메시지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66160" y="1773936"/>
            <a:ext cx="7756855" cy="0"/>
          </a:xfrm>
          <a:prstGeom prst="line">
            <a:avLst/>
          </a:prstGeom>
          <a:noFill/>
          <a:ln w="9525">
            <a:solidFill>
              <a:srgbClr val="4A5A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2340864"/>
            <a:ext cx="2476424" cy="41148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340864"/>
            <a:ext cx="247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752344"/>
            <a:ext cx="2476424" cy="1783080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14984" y="2880360"/>
            <a:ext cx="218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27984" y="2340864"/>
            <a:ext cx="2476424" cy="41148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7984" y="2340864"/>
            <a:ext cx="247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27984" y="2752344"/>
            <a:ext cx="2476424" cy="1783080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74288" y="2880360"/>
            <a:ext cx="218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87288" y="2340864"/>
            <a:ext cx="2476424" cy="41148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87288" y="2340864"/>
            <a:ext cx="247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7288" y="2752344"/>
            <a:ext cx="2476424" cy="1783080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33592" y="2880360"/>
            <a:ext cx="218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846591" y="2340864"/>
            <a:ext cx="2476424" cy="41148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46591" y="2340864"/>
            <a:ext cx="2476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46591" y="2752344"/>
            <a:ext cx="2476424" cy="1783080"/>
          </a:xfrm>
          <a:prstGeom prst="rect">
            <a:avLst/>
          </a:prstGeom>
          <a:solidFill>
            <a:srgbClr val="EDF0F6"/>
          </a:solidFill>
          <a:ln w="12700">
            <a:solidFill>
              <a:srgbClr val="EDF0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92895" y="2880360"/>
            <a:ext cx="218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입력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651760" cy="3429000"/>
          </a:xfrm>
          <a:prstGeom prst="rect">
            <a:avLst/>
          </a:prstGeom>
          <a:solidFill>
            <a:srgbClr val="1E2C4F"/>
          </a:solidFill>
          <a:ln w="12700">
            <a:solidFill>
              <a:srgbClr val="1E2C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831738" y="0"/>
            <a:ext cx="0" cy="6858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11717" y="0"/>
            <a:ext cx="0" cy="6858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429000"/>
            <a:ext cx="0" cy="3429000"/>
          </a:xfrm>
          <a:prstGeom prst="line">
            <a:avLst/>
          </a:prstGeom>
          <a:noFill/>
          <a:ln w="7620">
            <a:solidFill>
              <a:srgbClr val="D2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13716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7" name="Shape 5"/>
          <p:cNvSpPr/>
          <p:nvPr/>
        </p:nvSpPr>
        <p:spPr>
          <a:xfrm>
            <a:off x="2651760" y="27432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2651760" y="41148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9" name="Shape 7"/>
          <p:cNvSpPr/>
          <p:nvPr/>
        </p:nvSpPr>
        <p:spPr>
          <a:xfrm>
            <a:off x="2651760" y="5486400"/>
            <a:ext cx="9539935" cy="0"/>
          </a:xfrm>
          <a:prstGeom prst="line">
            <a:avLst/>
          </a:prstGeom>
          <a:noFill/>
          <a:ln w="7620">
            <a:solidFill>
              <a:srgbClr val="D2D9E5"/>
            </a:solidFill>
            <a:prstDash val="sysDash"/>
          </a:ln>
        </p:spPr>
      </p:sp>
      <p:sp>
        <p:nvSpPr>
          <p:cNvPr id="10" name="Text 8"/>
          <p:cNvSpPr txBox="1"/>
          <p:nvPr/>
        </p:nvSpPr>
        <p:spPr>
          <a:xfrm>
            <a:off x="2816352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극지방공 레이더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</a:t>
            </a:r>
            <a:endParaRPr lang="en-US" sz="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94" y="384048"/>
            <a:ext cx="603504" cy="6035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816352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고스트로보틱스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비전60</a:t>
            </a:r>
            <a:endParaRPr lang="en-US" sz="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794" y="1755648"/>
            <a:ext cx="603504" cy="60350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16352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KPS위성</a:t>
            </a:r>
            <a:endParaRPr lang="en-US" sz="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794" y="3127248"/>
            <a:ext cx="603504" cy="60350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16352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SAR위성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794" y="4498848"/>
            <a:ext cx="603504" cy="60350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816352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40kg 카고드론</a:t>
            </a:r>
            <a:endParaRPr lang="en-US" sz="8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794" y="5870448"/>
            <a:ext cx="603504" cy="6035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996330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다목적무인헬기</a:t>
            </a:r>
            <a:endParaRPr lang="en-US" sz="8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8772" y="384048"/>
            <a:ext cx="603504" cy="60350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996330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레이저소화기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군인</a:t>
            </a:r>
            <a:endParaRPr lang="en-US" sz="8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8772" y="1755648"/>
            <a:ext cx="603504" cy="60350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996330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현궁착용 군인</a:t>
            </a:r>
            <a:endParaRPr lang="en-US" sz="8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8772" y="3127248"/>
            <a:ext cx="603504" cy="60350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996330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중형무인기</a:t>
            </a:r>
            <a:endParaRPr lang="en-US" sz="8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8772" y="4498848"/>
            <a:ext cx="603504" cy="603504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996330" y="55778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비궁</a:t>
            </a:r>
            <a:endParaRPr lang="en-US" sz="8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8772" y="5870448"/>
            <a:ext cx="603504" cy="603504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9176309" y="914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해룡</a:t>
            </a:r>
            <a:endParaRPr lang="en-US" sz="80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8751" y="384048"/>
            <a:ext cx="603504" cy="603504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9176309" y="14630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장보고Batch III</a:t>
            </a:r>
            <a:endParaRPr lang="en-US" sz="80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08751" y="1755648"/>
            <a:ext cx="603504" cy="603504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9176309" y="28346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초소형 위성</a:t>
            </a:r>
            <a:endParaRPr lang="en-US" sz="8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8751" y="3127248"/>
            <a:ext cx="603504" cy="603504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9176309" y="4206240"/>
            <a:ext cx="1748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장거리공대지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27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유도탄</a:t>
            </a:r>
            <a:endParaRPr lang="en-US" sz="80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8751" y="44988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Template</dc:title>
  <dc:subject>표준 제안/보고 서식</dc:subject>
  <dc:creator>PptxGenJS</dc:creator>
  <cp:lastModifiedBy>PptxGenJS</cp:lastModifiedBy>
  <cp:revision>1</cp:revision>
  <dcterms:created xsi:type="dcterms:W3CDTF">2026-09-21T04:55:30Z</dcterms:created>
  <dcterms:modified xsi:type="dcterms:W3CDTF">2026-09-21T04:55:30Z</dcterms:modified>
</cp:coreProperties>
</file>