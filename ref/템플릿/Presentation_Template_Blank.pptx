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3"/>
    <p:sldId id="268" r:id="rId14"/>
    <p:sldId id="269" r:id="rId15"/>
    <p:sldId id="270" r:id="rId16"/>
    <p:sldId id="271" r:id="rId17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206240" y="272491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제목을 입력하십시오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4261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부서명/담당자명 기입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1069848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Please write the main title here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1444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subtitle here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텍스트를 입력하십시오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6336792"/>
            <a:ext cx="1069848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47208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92E57C58-7B62-4F15-9643-760246136E0C}" type="slidenum"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fld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5669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메시지를 입력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47208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12B95CB7-7012-4B34-81DC-53674052436A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fld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444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입력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1444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444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444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1938528"/>
            <a:ext cx="10454335" cy="0"/>
          </a:xfrm>
          <a:prstGeom prst="line">
            <a:avLst/>
          </a:prstGeom>
          <a:noFill/>
          <a:ln w="9525">
            <a:solidFill>
              <a:srgbClr val="4A5A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21284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메시지를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입력해 주시기 바랍니다.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입력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7932" y="1897380"/>
            <a:ext cx="82296" cy="82296"/>
          </a:xfrm>
          <a:prstGeom prst="ellipse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69080" y="1938528"/>
            <a:ext cx="0" cy="4023360"/>
          </a:xfrm>
          <a:prstGeom prst="line">
            <a:avLst/>
          </a:prstGeom>
          <a:noFill/>
          <a:ln w="7620">
            <a:solidFill>
              <a:srgbClr val="8794AC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4114800" y="2308860"/>
            <a:ext cx="50292" cy="50292"/>
          </a:xfrm>
          <a:prstGeom prst="ellipse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15384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1900. 00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233672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0" y="2875788"/>
            <a:ext cx="50292" cy="50292"/>
          </a:xfrm>
          <a:prstGeom prst="ellipse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15384" y="27980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1900. 00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233672" y="3017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13932" y="1897380"/>
            <a:ext cx="82296" cy="82296"/>
          </a:xfrm>
          <a:prstGeom prst="ellipse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938528"/>
            <a:ext cx="0" cy="4023360"/>
          </a:xfrm>
          <a:prstGeom prst="line">
            <a:avLst/>
          </a:prstGeom>
          <a:noFill/>
          <a:ln w="7620">
            <a:solidFill>
              <a:srgbClr val="8794AC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6400800" y="2308860"/>
            <a:ext cx="50292" cy="50292"/>
          </a:xfrm>
          <a:prstGeom prst="ellipse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01384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1900. 00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2875788"/>
            <a:ext cx="50292" cy="50292"/>
          </a:xfrm>
          <a:prstGeom prst="ellipse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1384" y="27980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1900. 00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19672" y="3017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99932" y="1897380"/>
            <a:ext cx="82296" cy="82296"/>
          </a:xfrm>
          <a:prstGeom prst="ellipse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1938528"/>
            <a:ext cx="0" cy="4023360"/>
          </a:xfrm>
          <a:prstGeom prst="line">
            <a:avLst/>
          </a:prstGeom>
          <a:noFill/>
          <a:ln w="7620">
            <a:solidFill>
              <a:srgbClr val="8794AC"/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8686800" y="2308860"/>
            <a:ext cx="50292" cy="50292"/>
          </a:xfrm>
          <a:prstGeom prst="ellipse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87384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1900. 00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05672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686800" y="2875788"/>
            <a:ext cx="50292" cy="50292"/>
          </a:xfrm>
          <a:prstGeom prst="ellipse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87384" y="27980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1900. 00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805672" y="3017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686800" y="3442716"/>
            <a:ext cx="50292" cy="50292"/>
          </a:xfrm>
          <a:prstGeom prst="ellipse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87384" y="33649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1900. 00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805672" y="35844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5669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메시지 입력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47208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D3340379-462D-4799-A9B6-EA1F9B95D0E3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fld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26464"/>
            <a:ext cx="2514600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45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60520" y="1325880"/>
            <a:ext cx="7162495" cy="4608576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5669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메시지를 입력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47208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D18EF3BD-9E47-4C83-9E2B-FA95276CE143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fld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86384" y="1417320"/>
            <a:ext cx="41148" cy="192024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3544" y="138988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5669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메시지 입력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47208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A444486E-5959-4955-A584-5E16815DB419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fld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5400904" cy="4608576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563624"/>
            <a:ext cx="256032" cy="256032"/>
          </a:xfrm>
          <a:prstGeom prst="ellipse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8448" y="1527048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984248"/>
            <a:ext cx="485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50712" y="1325880"/>
            <a:ext cx="5400904" cy="4608576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6744" y="1563624"/>
            <a:ext cx="256032" cy="256032"/>
          </a:xfrm>
          <a:prstGeom prst="ellipse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09080" y="1527048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25032" y="1984248"/>
            <a:ext cx="485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5848" y="1325880"/>
            <a:ext cx="0" cy="4608576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5669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메시지 입력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47208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2305D3F6-085D-4E25-948A-FEBD737B7625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fld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63040"/>
            <a:ext cx="2194560" cy="128016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4630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제안사항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8031175" cy="1280160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920240"/>
            <a:ext cx="7573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2999232"/>
            <a:ext cx="2194560" cy="128016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99923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제안사항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2999232"/>
            <a:ext cx="8031175" cy="1280160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3456432"/>
            <a:ext cx="7573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4535424"/>
            <a:ext cx="2194560" cy="128016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535424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제안사항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91840" y="4535424"/>
            <a:ext cx="8031175" cy="1280160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4992624"/>
            <a:ext cx="7573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5669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메시지 입력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47208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2898F98A-EBF8-4ABE-9EAC-128D145901C6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fld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635240" y="1325880"/>
            <a:ext cx="0" cy="4654296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353312"/>
            <a:ext cx="6446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90000"/>
              </a:lnSpc>
              <a:buNone/>
            </a:pPr>
            <a:r>
              <a:rPr lang="en-US" sz="12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200" dirty="0"/>
          </a:p>
          <a:p>
            <a:pPr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353312"/>
            <a:ext cx="3413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103120" y="722376"/>
            <a:ext cx="2103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722376"/>
            <a:ext cx="7269480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926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작성하실 제목을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입력하시기 바랍니다.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9293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293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Components 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content you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content you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content you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325526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32552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Components 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content you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content you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content you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58114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45811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Components 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4434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content you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content you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content you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50328" y="6309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1451A45C-D62D-4571-BEDF-7C1C8506378D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fld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10698480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Please write the main title here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1444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subtitle here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텍스트를 입력하십시오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6336792"/>
            <a:ext cx="10698480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47208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6B636734-354F-4A87-AE1D-6EA630A83689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fld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5669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메시지 입력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47208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27B916B9-80A6-4786-9C31-F4FC162C8B55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fld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635240" y="1325880"/>
            <a:ext cx="0" cy="4654296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353312"/>
            <a:ext cx="6446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353312"/>
            <a:ext cx="3413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90000"/>
              </a:lnSpc>
              <a:buNone/>
            </a:pPr>
            <a:r>
              <a:rPr lang="en-US" sz="12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200" dirty="0"/>
          </a:p>
          <a:p>
            <a:pPr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5669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메시지 입력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47208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7ACAD7AB-CF82-43B9-8B8B-3C5E4834177A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fld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2331720" cy="274320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37160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제안사항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7939735" cy="2743200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560320"/>
            <a:ext cx="7482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98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77440" y="4645152"/>
            <a:ext cx="8716975" cy="0"/>
          </a:xfrm>
          <a:prstGeom prst="line">
            <a:avLst/>
          </a:prstGeom>
          <a:noFill/>
          <a:ln w="9525">
            <a:solidFill>
              <a:srgbClr val="4A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956048"/>
            <a:ext cx="3362858" cy="566928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956048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14418" y="4956048"/>
            <a:ext cx="3362858" cy="566928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14418" y="4956048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60157" y="4956048"/>
            <a:ext cx="3362858" cy="566928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60157" y="4956048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5669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메시지 입력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47208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fld id="{B6C68756-A65F-4413-A868-F37C4150BBCD}" type="slidenum">
              <a:rPr lang="en-US" sz="850" dirty="0">
                <a:solidFill>
                  <a:srgbClr val="879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fld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41248" y="1673352"/>
            <a:ext cx="41148" cy="192024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16459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메시지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773936"/>
            <a:ext cx="7756855" cy="0"/>
          </a:xfrm>
          <a:prstGeom prst="line">
            <a:avLst/>
          </a:prstGeom>
          <a:noFill/>
          <a:ln w="9525">
            <a:solidFill>
              <a:srgbClr val="4A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340864"/>
            <a:ext cx="2476424" cy="41148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340864"/>
            <a:ext cx="247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752344"/>
            <a:ext cx="2476424" cy="1783080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4984" y="2880360"/>
            <a:ext cx="218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7984" y="2340864"/>
            <a:ext cx="2476424" cy="41148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7984" y="2340864"/>
            <a:ext cx="247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7984" y="2752344"/>
            <a:ext cx="2476424" cy="1783080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74288" y="2880360"/>
            <a:ext cx="218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87288" y="2340864"/>
            <a:ext cx="2476424" cy="41148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87288" y="2340864"/>
            <a:ext cx="247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7288" y="2752344"/>
            <a:ext cx="2476424" cy="1783080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33592" y="2880360"/>
            <a:ext cx="218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46591" y="2340864"/>
            <a:ext cx="2476424" cy="41148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46591" y="2340864"/>
            <a:ext cx="247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46591" y="2752344"/>
            <a:ext cx="2476424" cy="1783080"/>
          </a:xfrm>
          <a:prstGeom prst="rect">
            <a:avLst/>
          </a:prstGeom>
          <a:solidFill>
            <a:srgbClr val="EDF0F6"/>
          </a:solidFill>
          <a:ln w="12700">
            <a:solidFill>
              <a:srgbClr val="EDF0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92895" y="2880360"/>
            <a:ext cx="218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입력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표준 제안/보고 서식</dc:subject>
  <dc:creator>PptxGenJS</dc:creator>
  <cp:lastModifiedBy>PptxGenJS</cp:lastModifiedBy>
  <cp:revision>1</cp:revision>
  <dcterms:created xsi:type="dcterms:W3CDTF">2026-09-21T04:55:30Z</dcterms:created>
  <dcterms:modified xsi:type="dcterms:W3CDTF">2026-10-07T01:44:19Z</dcterms:modified>
</cp:coreProperties>
</file>