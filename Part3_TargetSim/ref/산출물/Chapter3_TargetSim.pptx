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notesMasterIdLst>
    <p:notesMasterId r:id="rId19"/>
  </p:notesMasterIdLst>
  <p:sldSz cx="12191695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안녕하십니까. 과제 3, 표적 궤적 모의 발표를 시작하겠습니다.</a:t>
            </a:r>
          </a:p>
          <a:p>
            <a:r>
              <a:t>내용은 세 덩어리입니다. 표적을 어떤 구조체로 정의했는지, 그 표적을 시간에 따라 어떻게 움직였는지, 그리고 명세 조건으로 돌린 결과가 맞는지입니다.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구조체 설계입니다. 표적 하나를 숫자 몇 개로 적어야 충분한지, 그리고 "기동" 이라는 말을 코드가 알아들을 수 있는 값으로 어떻게 바꿨는지를 보겠습니다.</a:t>
            </a:r>
          </a:p>
          <a:p>
            <a:r>
              <a:t>둘째가 궤적 모의입니다. 여기에 과제에서 추가로 고민해 보라고 한 항목, 동체 속도를 ECEF 속도 성분으로 바꾸는 방법이 들어 있습니다.</a:t>
            </a:r>
          </a:p>
          <a:p>
            <a:r>
              <a:t>셋째가 결과입니다. 명세 조건 그대로 60초를 돌린 결과를 보여 드리고, 그 숫자가 맞는지 손으로 계산한 값과 맞춰 보겠습니다.</a:t>
            </a:r>
          </a:p>
          <a:p>
            <a:r>
              <a:t>수학은 삼각함수와 행렬 곱셈 정도만 나오고, 그마저도 필요한 자리에서 다시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문서의 요구사항을 네 덩어리로 묶었습니다.</a:t>
            </a:r>
          </a:p>
          <a:p>
            <a:r>
              <a:t>첫째, 구조체 정의입니다. 표적은 최대 10개, 표적마다 기동은 최대 30개까지 설정할 수 있어야 하고, 위치는 위도 경도 고도로, 속도는 동체 속도 하나로 받으라고 되어 있습니다.</a:t>
            </a:r>
          </a:p>
          <a:p>
            <a:r>
              <a:t>둘째, 상태 갱신은 ECEF 좌표계에서 하라는 것입니다. 여기에 "동체 속도를 ECEF 성분으로 바꾸는 방법을 고민해 보라" 는 항목이 괄호로 붙어 있습니다. 안 해도 된다고 적혀 있지만, 사실 이걸 안 풀면 구현 자체가 안 되는 부분이라 그대로 다뤘습니다.</a:t>
            </a:r>
          </a:p>
          <a:p>
            <a:r>
              <a:t>셋째가 시뮬레이션 조건, 넷째가 결과 제시입니다.</a:t>
            </a:r>
          </a:p>
          <a:p>
            <a:r>
              <a:t>한 가지 미리 말씀드리면, 좌표변환 코드는 제공받은 것을 한 줄도 고치지 않고 그대로 썼습니다. 새로 만든 것은 TargetSim.c 하나입니다.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하나로 시작하겠습니다. 표적을 왜 가짜로 만들까요.</a:t>
            </a:r>
          </a:p>
          <a:p>
            <a:r>
              <a:t>레이다 데이터처리 소프트웨어를 만들려면 입력이 있어야 합니다. 그 입력은 "몇 시 몇 분 몇 초에 표적이 어디 있었다" 는 기록입니다. 이걸 얻으려면 배를 띄우고 비행기를 띄워야 합니다.</a:t>
            </a:r>
          </a:p>
          <a:p>
            <a:r>
              <a:t>문제는 세 가지입니다. 돈이 많이 들고, 같은 상황을 두 번 만들 수 없고, 무엇보다 정답을 모릅니다. 실제 시험에서는 표적이 정확히 어디 있었는지를 다른 장비로 또 재야 하는데, 그 장비도 오차가 있습니다.</a:t>
            </a:r>
          </a:p>
          <a:p>
            <a:r>
              <a:t>모의는 반대입니다. 제가 "여기서 출발해서 저렇게 꺾어라" 하고 넣은 값이 곧 정답입니다. 그래서 알고리즘이 틀렸는지 데이터가 틀렸는지 헷갈릴 일이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만든 물건은 두 덩어리입니다.</a:t>
            </a:r>
          </a:p>
          <a:p>
            <a:r>
              <a:t>오른쪽 TargetSimCore 가 계산 엔진이고 순수 C 입니다. 이 중에서 CoordinateTransform 과 matrixCalcLib 는 제공받은 코드 그대로고, 제가 새로 쓴 것은 맨 위 TargetSim.c 하나입니다.</a:t>
            </a:r>
          </a:p>
          <a:p>
            <a:r>
              <a:t>왼쪽 TargetSimUI 는 MFC 로 만든 화면입니다. 표에서 값을 고치고, 궤적을 보고, CSV 로 내보내는 일을 합니다.</a:t>
            </a:r>
          </a:p>
          <a:p>
            <a:r>
              <a:t>둘 사이에 오가는 것은 구조체 두 개뿐입니다. 설정을 담은 ST_SimConfig 를 넣으면 시각마다의 상태인 ST_SimSample 이 나옵니다. UI 는 Core 가 안에서 뭘 하는지 전혀 모르고, Core 도 화면이 어떻게 생겼는지 모릅니다.</a:t>
            </a:r>
          </a:p>
          <a:p>
            <a:r>
              <a:t>이렇게 나눈 덕을 실제로 봤습니다. 발표 자료를 만들면서 리눅스에서 gcc 로 Core 만 따로 컴파일해서 돌렸는데, MFC 쪽은 건드릴 필요가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장입니다. 표적 하나를 어떤 숫자들로 적을지 정하는 일입니다.</a:t>
            </a:r>
          </a:p>
          <a:p>
            <a:r>
              <a:t>이 부분은 코드를 짜기 전에 종이에서 결정해야 하는 것이고, 한 번 정하면 나중에 바꾸기가 제일 어려운 부분이기도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표적 하나를 다음 순간으로 옮기려면 지금 무엇을 알아야 할까요.</a:t>
            </a:r>
          </a:p>
          <a:p>
            <a:r>
              <a:t>셋입니다. 지금 어디에 있는지, 어디를 보고 있는지, 얼마나 빠른지.</a:t>
            </a:r>
          </a:p>
          <a:p>
            <a:r>
              <a:t>어디에 있는지는 위도 경도 고도 세 개입니다. 어디를 보고 있는지는 Roll, Pitch, Yaw 세 개, 얼마나 빠른지는 속력 한 개입니다. 합쳐서 일곱 개입니다.</a:t>
            </a:r>
          </a:p>
          <a:p>
            <a:r>
              <a:t>오른쪽이 명세에 나온 대공 표적을 그대로 적은 것입니다. 위도 32.12도, 경도 126도, 고도 300미터, 자세각은 전부 0인데 Yaw 만 180도, 속력은 초속 200미터.</a:t>
            </a:r>
          </a:p>
          <a:p>
            <a:r>
              <a:t>Yaw 180도는 남쪽을 본다는 뜻입니다. 북쪽이 0도이고 시계 방향으로 잽니다.</a:t>
            </a:r>
          </a:p>
          <a:p>
            <a:r>
              <a:t>이 일곱 개가 표적 하나의 초기 설정이고, 여기에 언제 어떻게 꺾을지를 적은 기동표가 따로 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위치를 위도 경도 고도로 받는 것은 우선 명세가 그렇게 정해서입니다. 그런데 안 그렇게 정했어도 이렇게 했을 것 같습니다.</a:t>
            </a:r>
          </a:p>
          <a:p>
            <a:r>
              <a:t>위도는 적도에서 남북으로 잰 각이고, 경도는 영국 그리니치에서 동서로 잰 각, 고도는 지표면에서 위로 잰 높이입니다.</a:t>
            </a:r>
          </a:p>
          <a:p>
            <a:r>
              <a:t>이 값이 좋은 이유는 사람이 바로 확인할 수 있어서입니다. "위도 32.12, 경도 126.0" 을 지도에 찍으면 제주도 서쪽 바다가 나옵니다. 여기가 맞는 자리인지 눈으로 볼 수 있습니다.</a:t>
            </a:r>
          </a:p>
          <a:p>
            <a:r>
              <a:t>같은 점을 ECEF 로 적으면 x 는 3백 18만, y 는 4백 37만, z 는 3백 37만 미터쯤 되는데, 이 숫자만 보고는 맞는지 틀렸는지 알 수가 없습니다.</a:t>
            </a:r>
          </a:p>
          <a:p>
            <a:r>
              <a:t>그래서 입력과 출력은 LLA 로 받고 쓰고, 계산만 다른 좌표계에서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속도는 조금 더 생각할 거리가 있었습니다.</a:t>
            </a:r>
          </a:p>
          <a:p>
            <a:r>
              <a:t>속도는 원래 방향이 있는 값이니까 x, y, z 세 개로 받는 게 자연스러워 보입니다. 그런데 그렇게 하면 문제가 생깁니다.</a:t>
            </a:r>
          </a:p>
          <a:p>
            <a:r>
              <a:t>첫째, 사람이 "북서쪽으로 초속 30미터" 를 직접 세 숫자로 쪼개야 합니다. 둘째, 그 세 숫자를 조금만 잘못 넣으면 속력이 30이 아니라 31.4가 됩니다. 셋째가 제일 곤란한데, 자세각과 따로 놀아서 기수는 서쪽인데 속도는 동쪽인 표적이 만들어집니다.</a:t>
            </a:r>
          </a:p>
          <a:p>
            <a:r>
              <a:t>명세가 정한 방식은 반대입니다. 속력 하나만 받고, 방향은 자세각이 담당합니다. 조종사가 계기판에서 읽는 값이 딱 이 형태입니다.</a:t>
            </a:r>
          </a:p>
          <a:p>
            <a:r>
              <a:t>이렇게 하면 속력이 절대 안 변합니다. 자세각을 돌리는 건 회전인데, 회전은 길이를 안 바꾸기 때문입니다. 실제로 확인한 숫자는 뒤에서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다음이 기동입니다. "12초부터 16초까지 오른쪽으로 8G 로 꺾어라" 라는 말을 코드가 알아들을 수 있는 값으로 바꿔야 합니다.</a:t>
            </a:r>
          </a:p>
          <a:p>
            <a:r>
              <a:t>네 개면 됩니다. 어느 축으로 도는지, 얼마나 세게 도는지, 언제부터, 언제까지.</a:t>
            </a:r>
          </a:p>
          <a:p>
            <a:r>
              <a:t>축은 명세가 정한 그대로 0이 회전 없음, 1이 Roll, 2가 Yaw, 3이 Pitch 입니다. 세기는 G 값인데 부호가 방향입니다. 플러스면 오른쪽, 마이너스면 왼쪽입니다.</a:t>
            </a:r>
          </a:p>
          <a:p>
            <a:r>
              <a:t>아래 시간축이 실제 시나리오 하나입니다. 60초 중에 여섯 군데만 색이 칠해져 있는데, 저 구간에서만 기수가 돌아가고 나머지는 전부 직진입니다.</a:t>
            </a:r>
          </a:p>
          <a:p>
            <a:r>
              <a:t>한 가지 정해야 했던 것이 구간의 경계입니다. 시작은 포함하고 끝은 포함하지 않는 것으로 했습니다. 그래야 한 기동이 16초에 끝나고 다음 기동이 16초에 시작해도 겹침으로 잡히지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각속도를 직접 받지 않고 G 로 받을까요.</a:t>
            </a:r>
          </a:p>
          <a:p>
            <a:r>
              <a:t>이유는 G 가 실제 한계값이기 때문입니다. 전투기는 9G 근처가 한계고 조종사도 그 근처에서 의식을 잃습니다. 대함미사일은 그것보다 훨씬 낮습니다. 시나리오를 만드는 사람은 "이 표적이 낼 수 있는 G 가 얼마인가" 를 기준으로 생각하지, "초당 몇 도" 로 생각하지 않습니다.</a:t>
            </a:r>
          </a:p>
          <a:p>
            <a:r>
              <a:t>식은 한 줄입니다. 원운동에서 구심가속도는 속력 곱하기 각속도입니다. 이게 중력가속도의 n 배라고 하면 V 곱하기 오메가는 n 곱하기 g 가 됩니다.</a:t>
            </a:r>
          </a:p>
          <a:p>
            <a:r>
              <a:t>여기서 오메가만 남기면 n 곱하기 9.80665 나누기 V 입니다. 코드에서도 딱 이 한 줄입니다.</a:t>
            </a:r>
          </a:p>
          <a:p>
            <a:r>
              <a:t>같은 G 라도 빠른 표적이 덜 꺾인다는 점을 여기서 읽을 수 있습니다. 분모에 속력이 있으니까요. 그래서 초속 200미터짜리 대공 표적을 90도 돌리려면 G 를 8 넘게 줘야 합니다.</a:t>
            </a:r>
          </a:p>
          <a:p>
            <a:r>
              <a:t>Roll 은 사실 구심가속도와 아무 상관이 없습니다. 그래도 G 값 하나로 세 축을 다 다루려고 같은 식을 씁니다. 이건 제가 임의로 정한 규칙이라 주석에 남겨 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축이 셋이라고 말로만 하면 감이 안 오니까, 실제로 돌려 봤습니다.</a:t>
            </a:r>
          </a:p>
          <a:p>
            <a:r>
              <a:t>같은 대공 표적, 같은 2G, 같은 10초입니다. 축만 바꿨습니다.</a:t>
            </a:r>
          </a:p>
          <a:p>
            <a:r>
              <a:t>왼쪽이 위에서 본 궤적입니다. 파란색 Yaw 는 기수가 옆으로 돌아서 궤적이 확 휘었습니다. 고도는 오른쪽 그림에서 보시는 것처럼 300미터 그대로입니다.</a:t>
            </a:r>
          </a:p>
          <a:p>
            <a:r>
              <a:t>주황색 Pitch 는 반대입니다. 기수가 들려서 10초 동안 7.5킬로미터를 올라갔습니다. 위에서 보면 거의 제자리인데 옆에서 보면 급상승입니다.</a:t>
            </a:r>
          </a:p>
          <a:p>
            <a:r>
              <a:t>보라색 Roll 이 재미있습니다. 궤적이 전혀 안 변했습니다. 고도도 그대로입니다.</a:t>
            </a:r>
          </a:p>
          <a:p>
            <a:r>
              <a:t>이유는 Roll 축이 속도 방향 그 자체이기 때문입니다. 자기가 가는 방향을 축으로 삼아 몸통만 돌리는 거라, 방향이 바뀔 수가 없습니다. 실제 비행기도 Roll 만으로는 방향을 못 바꾸고, Roll 로 기울인 다음 Pitch 를 당겨야 선회가 됩니다.</a:t>
            </a:r>
          </a:p>
          <a:p>
            <a:r>
              <a:t>이 표를 만들면서 Roll 구현이 틀린 줄 알고 한참 봤는데, 물리적으로 맞는 결과였습니다.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지금까지 이야기한 것을 구조체로 그리면 이렇게 됩니다.</a:t>
            </a:r>
          </a:p>
          <a:p>
            <a:r>
              <a:t>왼쪽이 입력입니다. 맨 위 ST_SimConfig 가 시뮬레이션 시간과 갱신 간격, 표적 수를 들고 있고, 그 안에 플랫폼 하나와 표적 배열이 들어갑니다. 표적마다 기동 배열이 또 들어갑니다. 10개와 30개는 배열 크기로 박아 뒀습니다.</a:t>
            </a:r>
          </a:p>
          <a:p>
            <a:r>
              <a:t>오른쪽이 출력입니다. ST_SimState 가 진행 상태를 들고, 그 안의 ST_SimSample 이 "이 시각의 전원 상태" 한 장입니다. 그 안에 객체마다 ST_TargetState 가 있고, 거기에 ECEF 위치, ECEF 속도, LLA, 자세각이 들어갑니다.</a:t>
            </a:r>
          </a:p>
          <a:p>
            <a:r>
              <a:t>둘을 왜 갈랐냐면, 설정은 처음 한 번만 읽고 매 스텝 바뀌는 것은 상태뿐이기 때문입니다. 섞어 놓으면 "이 값이 내가 넣은 값인지 계산된 값인지" 가 헷갈립니다.</a:t>
            </a:r>
          </a:p>
          <a:p>
            <a:r>
              <a:t>동적 할당은 한 군데도 없습니다. 전부 고정 배열입니다.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헤더 파일입니다.</a:t>
            </a:r>
          </a:p>
          <a:p>
            <a:r>
              <a:t>위가 회전축 enum 입니다. 값을 0, 1, 2, 3 으로 명세와 똑같이 맞췄습니다. 이렇게 해 두면 UI 에서 사용자가 고른 번호를 그대로 넣을 수 있어서 변환표가 필요 없습니다.</a:t>
            </a:r>
          </a:p>
          <a:p>
            <a:r>
              <a:t>가운데가 기동 한 건입니다. 축, G 값, 시작 시각, 종료 시각. 네 개뿐입니다.</a:t>
            </a:r>
          </a:p>
          <a:p>
            <a:r>
              <a:t>아래가 표적 초기 설정입니다. 위치는 STRUCT_Coord_Lla, 자세는 STRUCT_Coord_Attitude 인데 이 둘은 제공받은 좌표변환 헤더에 이미 있던 구조체입니다. 새로 만들지 않고 그대로 썼습니다. 그 아래 headingSpeed 가 아까 말씀드린 속력 하나입니다.</a:t>
            </a:r>
          </a:p>
          <a:p>
            <a:r>
              <a:t>오른쪽 메모 세 개만 짚겠습니다.</a:t>
            </a:r>
          </a:p>
          <a:p>
            <a:r>
              <a:t>첫째, 구간은 시작 포함, 종료 제외입니다.</a:t>
            </a:r>
          </a:p>
          <a:p>
            <a:r>
              <a:t>둘째, 겹치면 아예 거부합니다. 같은 표적에 같은 시각을 덮는 기동이 둘이면 어느 쪽을 따를지 애매해지니까, 계산을 시작하기 전에 오류 코드를 돌려줍니다.</a:t>
            </a:r>
          </a:p>
          <a:p>
            <a:r>
              <a:t>셋째, 10 곱하기 30 을 배열로 박았습니다. 표적 열 개에 기동 서른 개면 구조체가 10킬로바이트 정도인데, 요즘 기준으로는 작은 값이고 대신 실행 중에 메모리 할당이 실패할 자리가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출력 쪽입니다.</a:t>
            </a:r>
          </a:p>
          <a:p>
            <a:r>
              <a:t>위가 객체 하나의 상태입니다. 여기서 눈여겨보실 것은 위치와 속도를 ECEF 로 들고 있으면서 LLA 도 같이 들고 있다는 점입니다.</a:t>
            </a:r>
          </a:p>
          <a:p>
            <a:r>
              <a:t>값이 중복된다고 볼 수도 있는데, 이유가 있습니다. 계산은 ECEF 에서 해야 정확하고, 출력과 화면은 LLA 라야 읽힙니다. 스텝마다 한 번만 바꿔서 같이 들고 있으면, 쓸 때마다 다시 변환하지 않아도 됩니다.</a:t>
            </a:r>
          </a:p>
          <a:p>
            <a:r>
              <a:t>그리고 사실 LLA 는 다음 스텝 계산에도 필요합니다. 속도를 만들려면 그 지점의 위도와 경도를 알아야 하거든요. 이건 뒤에서 다시 나옵니다.</a:t>
            </a:r>
          </a:p>
          <a:p>
            <a:r>
              <a:t>아래가 한 시각의 전원 상태입니다. 플랫폼이 따로 한 칸, 표적이 배열로 들어갑니다.</a:t>
            </a:r>
          </a:p>
          <a:p>
            <a:r>
              <a:t>플랫폼도 같은 ST_TargetState 를 씁니다. 플랫폼은 기동이 없는 표적일 뿐이라, 각속도만 0 으로 넣고 똑같은 함수를 통과시킵니다. 코드가 두 벌이 안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장입니다. 구조체에 담긴 값을 실제로 움직이는 부분입니다.</a:t>
            </a:r>
          </a:p>
          <a:p>
            <a:r>
              <a:t>여기가 이번 과제의 핵심이고, 과제에서 추가로 고민해 보라고 한 항목도 이 안에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에서 좌표계를 여섯 개 봤는데, 이번에 실제로 쓰는 것은 셋입니다.</a:t>
            </a:r>
          </a:p>
          <a:p>
            <a:r>
              <a:t>LLA 는 방금 본 위도 경도 고도입니다. 입력과 출력에 씁니다.</a:t>
            </a:r>
          </a:p>
          <a:p>
            <a:r>
              <a:t>ECEF 는 지구 중심을 원점으로 잡은 직교좌표입니다. 축이 지구에 박혀 있어서 지구와 같이 돕니다. 단위는 미터입니다. 위치 갱신을 여기서 합니다.</a:t>
            </a:r>
          </a:p>
          <a:p>
            <a:r>
              <a:t>NED 는 지금 내가 서 있는 자리에서 북쪽, 동쪽, 아래쪽을 축으로 잡은 평면 좌표입니다. 기수 방향을 푸는 데 씁니다.</a:t>
            </a:r>
          </a:p>
          <a:p>
            <a:r>
              <a:t>셋의 관계를 한 줄로 정리하면 이렇습니다. 사람은 LLA 로 말하고, 방향은 NED 에서 풀고, 더하기는 ECEF 에서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명세가 ECEF 에서 갱신하라고 정해 놨는데, 왜 그런지 직접 계산해 보면 이유가 분명합니다.</a:t>
            </a:r>
          </a:p>
          <a:p>
            <a:r>
              <a:t>LLA 에서 바로 더하면 어떻게 될까요. "초속 30미터니까 위도를 초당 0.00027도씩 더하자" 이렇게 하는 겁니다.</a:t>
            </a:r>
          </a:p>
          <a:p>
            <a:r>
              <a:t>문제는 위도 1도가 몇 미터인지가 위도마다 다르다는 것입니다. 적도 근처에서 다르고 극지방에서 다릅니다. 그러니까 매 스텝 그 자리의 환산계수를 다시 구해야 하는데, 그걸 제대로 해도 곧은 직선을 따라가려는 성질 때문에 곧게 날린 표적의 고도가 슬금슬금 올라갑니다.</a:t>
            </a:r>
          </a:p>
          <a:p>
            <a:r>
              <a:t>ECEF 에서는 이 문제가 없습니다. 미터 단위 직교좌표라서 새 위치는 옛 위치에 속도 곱하기 델타티를 그냥 더하면 됩니다. 지구가 둥근 것은 좌표계가 이미 품고 있습니다.</a:t>
            </a:r>
          </a:p>
          <a:p>
            <a:r>
              <a:t>출력할 때만 f_Trans_Ecef_To_Lla 로 되돌리면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과제에서 추가로 고민해 보라고 한 항목입니다. 동체 속도 V_heading 을 ECEF 의 Vx, Vy, Vz 로 어떻게 바꿀 것인가.</a:t>
            </a:r>
          </a:p>
          <a:p>
            <a:r>
              <a:t>결론부터 말씀드리면 회전 두 번입니다.</a:t>
            </a:r>
          </a:p>
          <a:p>
            <a:r>
              <a:t>출발은 동체 좌표입니다. 기수 방향이 x 축이니까 속도는 그냥 V, 0, 0 입니다. 옆도 0, 아래도 0. 이게 제일 쉬운 형태고, 속도를 크기 하나로 받은 덕입니다.</a:t>
            </a:r>
          </a:p>
          <a:p>
            <a:r>
              <a:t>첫 번째 회전이 동체에서 NED 로 가는 것입니다. 자세각 Roll, Pitch, Yaw 를 써서 돌리면 북쪽 성분, 동쪽 성분, 아래 성분이 나옵니다. Yaw 가 180도면 북쪽 성분이 마이너스 V, 동쪽이 0 이 나오겠죠. 남쪽으로 간다는 뜻입니다.</a:t>
            </a:r>
          </a:p>
          <a:p>
            <a:r>
              <a:t>두 번째 회전이 NED 에서 ECEF 로 가는 것입니다. 여기에는 그 지점의 위도와 경도가 들어갑니다. 같은 "북쪽" 이라도 서울에서의 북쪽과 뉴욕에서의 북쪽은 ECEF 에서 전혀 다른 방향이니까요.</a:t>
            </a:r>
          </a:p>
          <a:p>
            <a:r>
              <a:t>두 번 다 회전입니다. 평행이동이 없습니다. 그래서 크기가 안 변합니다.</a:t>
            </a:r>
          </a:p>
          <a:p>
            <a:r>
              <a:t>아래가 그 확인입니다. 60초 동안 601번 속력을 재봤더니 대함은 30.000000000, 대공은 200.000000000 이 그대로 나왔습니다. 소수점 아홉 자리까지입니다.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방금 설명한 게 코드로는 실행문 두 줄입니다.</a:t>
            </a:r>
          </a:p>
          <a:p>
            <a:r>
              <a:t>첫 줄이 동체에서 NED 입니다. headingSpeed 를 첫 인자로 주고 나머지 둘을 0 으로 줍니다. 이게 "기수 방향으로 V" 라는 뜻입니다.</a:t>
            </a:r>
          </a:p>
          <a:p>
            <a:r>
              <a:t>둘째 줄이 NED 에서 ECEF 입니다. 여기서 아래 세 카드에 적은 것들을 조심해야 했습니다.</a:t>
            </a:r>
          </a:p>
          <a:p>
            <a:r>
              <a:t>왼쪽. f_Trans_Ned_To_Ecef 는 원래 표적 위치를 옮기라고 만든 함수라, 회전에 더해서 기준점만큼 평행이동까지 합니다. 그런데 지금 옮기는 건 위치가 아니라 방향입니다. 평행이동이 들어가면 안 됩니다. 그래서 기준점 자리에 0, 0, 0 을 넣었습니다. 이러면 회전만 남습니다.</a:t>
            </a:r>
          </a:p>
          <a:p>
            <a:r>
              <a:t>가운데. 제공받은 f_Trans_Body_To_Ned 는 인자를 Roll, Yaw, Pitch 순서로 받습니다. 그런데 자세각 구조체의 필드는 Roll, Pitch, Yaw 순서입니다. 순서가 다릅니다. 여기서 한 번 틀려서 고생했기 때문에 주석으로 남겨 뒀습니다.</a:t>
            </a:r>
          </a:p>
          <a:p>
            <a:r>
              <a:t>오른쪽이 아까 말씀드린 속력 보존 확인입니다.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위치와 속도를 구했으면 이제 0.1초를 전진시켜야 합니다.</a:t>
            </a:r>
          </a:p>
          <a:p>
            <a:r>
              <a:t>제일 단순한 방법은 왼쪽입니다. 지금 속도로 0.1초 곱해서 더한다. 이걸 오일러법이라고 합니다.</a:t>
            </a:r>
          </a:p>
          <a:p>
            <a:r>
              <a:t>직진이면 아무 문제가 없습니다. 그런데 선회 중이면 문제가 생깁니다. 0.1초 동안에도 기수가 계속 돌고 있는데, 출발할 때의 방향으로 쭉 밀어 버리니까 굽은 길을 직선 토막으로 근사하게 됩니다. 결과적으로 늘 바깥쪽으로 밀립니다.</a:t>
            </a:r>
          </a:p>
          <a:p>
            <a:r>
              <a:t>오른쪽이 중점법입니다. 일단 반 걸음만 가봅니다. 거기서 방향을 다시 재고, 그 방향으로 한 걸음을 갑니다. 반 걸음 간 자리가 구간의 평균에 훨씬 가까우니까 오차가 확 줄어듭니다.</a:t>
            </a:r>
          </a:p>
          <a:p>
            <a:r>
              <a:t>계산량은 두 배쯤 되는데, 오차는 두 배가 아니라 간격의 제곱에 비례해서 줄어듭니다. 간격을 절반으로 줄이면 오차는 4분의 1이 됩니다. 이건 뒤에서 숫자로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중점법이 코드로는 이렇게 생겼습니다. 네 덩어리입니다.</a:t>
            </a:r>
          </a:p>
          <a:p>
            <a:r>
              <a:t>①번. 자세각을 반 스텝만 돌립니다. 각속도 곱하기 스텝의 절반을 더합니다.</a:t>
            </a:r>
          </a:p>
          <a:p>
            <a:r>
              <a:t>②번. 반 스텝 뒤의 위치를 구합니다. 이건 스텝 시작 속도로 그냥 예측합니다.</a:t>
            </a:r>
          </a:p>
          <a:p>
            <a:r>
              <a:t>여기가 처음에 빼먹었던 부분입니다. 원래는 자세만 반 스텝 돌리고 위치는 그대로 두고 속도를 만들었습니다. 그렇게 해도 겉보기에는 잘 돌았는데, 수평으로 날린 표적의 고도가 스텝마다 아주 조금씩 올라갔습니다. 60초에 몇 센티미터쯤.</a:t>
            </a:r>
          </a:p>
          <a:p>
            <a:r>
              <a:t>이유가 지구 곡률이었습니다. 스텝 시작 지점의 위경도로 NED 를 잡으면, 표적은 이미 앞으로 나아갔는데 "북쪽" 의 방향은 뒤에 머물러 있는 셈이 됩니다. 그 차이가 매 스텝 d 제곱 나누기 2R 만큼 위로 쌓입니다.</a:t>
            </a:r>
          </a:p>
          <a:p>
            <a:r>
              <a:t>③번. 그 자리, 그 자세에서 속도를 다시 구합니다. 이게 이 스텝의 대표 속도입니다.</a:t>
            </a:r>
          </a:p>
          <a:p>
            <a:r>
              <a:t>④번. 그 속도로 한 스텝을 옮깁니다.</a:t>
            </a:r>
          </a:p>
          <a:p>
            <a:r>
              <a:t>오른쪽 아래 카드는 알고도 남겨 둔 한계입니다. 오일러각을 직접 적분하니까 Pitch 가 플러스마이너스 90도 근처로 가면 Yaw 축이 속도 방향과 겹쳐서 Yaw 기동이 궤적을 못 바꿉니다. 짐벌락입니다. 사원수를 쓰면 풀리는데 이번 과제 범위를 넘는다고 보고 주석으로만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f_Tgt_StepSim 을 한 번 부르면 플랫폼 하나와 표적 N 개에 대해 이 여섯 단계가 돕니다.</a:t>
            </a:r>
          </a:p>
          <a:p>
            <a:r>
              <a:t>지금 시각에 걸린 기동을 찾고, G 를 각속도로 바꾸고, 자세를 반 스텝 돌리고, 그 자세로 속도를 만들고, 그 속도로 위치를 옮기고, ECEF 를 LLA 로 되돌려 같이 보관합니다.</a:t>
            </a:r>
          </a:p>
          <a:p>
            <a:r>
              <a:t>아래 띠가 중요한 부분입니다. 이 여섯 단계 어디서든 숫자가 무한대나 NaN 이 되면, 상태를 건드리지 않고 오류 코드만 돌려줍니다.</a:t>
            </a:r>
          </a:p>
          <a:p>
            <a:r>
              <a:t>방법은 간단합니다. 계산을 전부 지역변수 사본에서 하고, 결과가 다 유한한 것을 확인한 다음에야 한 번에 반영합니다. 그래서 스텝 중간에 실패해도 "표적 1은 새 시각, 표적 2는 옛 시각" 같은 상태가 절대 안 나옵니다.</a:t>
            </a:r>
          </a:p>
          <a:p>
            <a:r>
              <a:t>굳이 이렇게 한 이유는, 제공받은 변환 함수들이 값만 돌려줄 뿐 실패를 알려주지 않기 때문입니다. 그래서 결과가 유한한지를 제가 직접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장, 결과입니다.</a:t>
            </a:r>
          </a:p>
          <a:p>
            <a:r>
              <a:t>명세 조건 그대로 돌린 궤적을 보여 드리고, 그 숫자가 맞는지 손계산과 맞춰 보겠습니다. 그림이 그럴듯하게 나왔다고 맞는 건 아니니까요.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문서 2항의 값을 그대로 넣었습니다.</a:t>
            </a:r>
          </a:p>
          <a:p>
            <a:r>
              <a:t>플랫폼은 위도 32도, 경도 126도, 고도 0, 속력 0 입니다. 움직이지 않습니다.</a:t>
            </a:r>
          </a:p>
          <a:p>
            <a:r>
              <a:t>대함 표적은 위도 32.125, 경도 126.03, 고도 0, 초속 30미터, Yaw 270도. 270도면 서쪽입니다.</a:t>
            </a:r>
          </a:p>
          <a:p>
            <a:r>
              <a:t>대공 표적은 위도 32.12, 경도 126.0, 고도 300미터, 초속 200미터, Yaw 180도. 남쪽입니다.</a:t>
            </a:r>
          </a:p>
          <a:p>
            <a:r>
              <a:t>시뮬레이션 시간 60초에 간격 0.1초니까 표본이 601개 나옵니다. 0초와 60초를 둘 다 포함해서 601개입니다.</a:t>
            </a:r>
          </a:p>
          <a:p>
            <a:r>
              <a:t>한 가지 확인했던 것이, 플랫폼 속력이 0 이라는 점입니다. 각속도 계산에 속력이 분모로 들어가니까 0 이면 나눗셈이 터질 수 있는데, 그 계산은 기동이 있을 때만 들어갑니다. 플랫폼은 기동이 없으니 그 자리를 아예 지나가지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결과입니다. 플랫폼을 원점으로 잡은 동-북 평면이고, 점 하나가 10초입니다.</a:t>
            </a:r>
          </a:p>
          <a:p>
            <a:r>
              <a:t>빨간색 대공 표적이 정남쪽으로 12킬로미터를 내려갔습니다. 초속 200미터 곱하기 60초니까 12킬로미터가 맞습니다.</a:t>
            </a:r>
          </a:p>
          <a:p>
            <a:r>
              <a:t>파란색 대함 표적은 너무 작아서 왼쪽 위에 확대해 넣었습니다. 서쪽으로 1.8킬로미터입니다. 초속 30미터 곱하기 60초입니다.</a:t>
            </a:r>
          </a:p>
          <a:p>
            <a:r>
              <a:t>둘 다 완벽한 직선입니다. 기동을 안 걸었으니 당연히 그래야 합니다.</a:t>
            </a:r>
          </a:p>
          <a:p>
            <a:r>
              <a:t>오른쪽 위가 고도입니다. 60초 내내 평평합니다. 대공은 300미터, 대함은 0미터 그대로입니다. 아까 중점법 이야기할 때 말씀드린 그 고도 상승이 여기서 사라진 것입니다.</a:t>
            </a:r>
          </a:p>
          <a:p>
            <a:r>
              <a:t>오른쪽 아래가 ECEF 속도의 크기입니다. 이것도 평평합니다. 회전만 했으니 크기가 안 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그림이 그럴듯하다고 맞는 건 아니니까, 답을 미리 아는 항목으로 맞춰 봤습니다.</a:t>
            </a:r>
          </a:p>
          <a:p>
            <a:r>
              <a:t>첫 줄. 대함 표적이 60초 동안 간 거리. 손으로는 초속 30미터 곱하기 60초 해서 1800미터입니다. 시뮬레이션은 1799.99996미터가 나왔습니다. 차이가 0.04밀리미터입니다.</a:t>
            </a:r>
          </a:p>
          <a:p>
            <a:r>
              <a:t>둘째 줄. 대공은 12000미터여야 하는데 11999.99995 가 나왔습니다. 차이 0.05밀리미터.</a:t>
            </a:r>
          </a:p>
          <a:p>
            <a:r>
              <a:t>이 거리는 0.1초마다 찍힌 601개 점 사이의 거리를 전부 더해서 잰 것입니다. 시작점과 끝점 직선거리가 아니라 실제로 지나간 길이입니다.</a:t>
            </a:r>
          </a:p>
          <a:p>
            <a:r>
              <a:t>12킬로미터를 날아서 오차가 0.05밀리미터면, 이건 계산 방법이 틀려서 생긴 오차가 아닙니다. double 형이 표현할 수 있는 한계에 거의 닿은 값입니다.</a:t>
            </a:r>
          </a:p>
          <a:p>
            <a:r>
              <a:t>아래 네 줄은 더 단순합니다. 고도는 소수 넷째 자리까지 그대로고, 대함 위도는 서쪽으로만 가니까 32.125도가 아홉 자리까지 고정, 대공 경도는 남쪽으로만 가니까 126도가 고정입니다.</a:t>
            </a:r>
          </a:p>
          <a:p>
            <a:r>
              <a:t>정서쪽으로 가는데 위도가 변하면 안 되고, 정남쪽으로 가는데 경도가 변하면 안 됩니다. 이 두 줄이 좌표변환이 제대로 붙었다는 제일 확실한 증거였습니다.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그러면 0.1초라는 간격이 충분한가. 직진은 틀릴 수가 없으니 가장 많이 휘는 경우로 확인했습니다.</a:t>
            </a:r>
          </a:p>
          <a:p>
            <a:r>
              <a:t>대공 표적에 2G 로 20초 선회를 걸어 놓고, 갱신 간격만 1초부터 0.01초까지 바꿔 가며 60초를 돌렸습니다. 기준은 0.001초로 돌린 결과입니다.</a:t>
            </a:r>
          </a:p>
          <a:p>
            <a:r>
              <a:t>왼쪽 그림이 그 결과인데, 양쪽 축 모두 로그입니다. 파란 실선이 실제 오차고 회색 점선이 "간격의 제곱에 비례하는 선" 입니다. 둘이 나란합니다.</a:t>
            </a:r>
          </a:p>
          <a:p>
            <a:r>
              <a:t>나란하다는 건 간격을 절반으로 줄이면 오차가 4분의 1이 된다는 뜻입니다. 중점법이 의도한 대로 2차 정확도로 돌고 있다는 증거입니다. 실제로 1초일 때 1.36미터, 0.5초일 때 0.34미터, 0.25초일 때 0.085미터로 정확히 4분의 1씩 줄어듭니다.</a:t>
            </a:r>
          </a:p>
          <a:p>
            <a:r>
              <a:t>과제 조건인 0.1초 자리를 보면 오차가 1.4센티미터입니다. 20초 동안 2G 로 꺾는 내내 쌓인 게 1.4센티미터입니다.</a:t>
            </a:r>
          </a:p>
          <a:p>
            <a:r>
              <a:t>레이다 거리 분해능이 보통 수 미터 단위인 걸 생각하면, 이건 없는 값이라고 봐도 됩니다. 0.1초로 충분합니다.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기동을 얹은 결과입니다.</a:t>
            </a:r>
          </a:p>
          <a:p>
            <a:r>
              <a:t>초기값도, 시뮬레이션 시간도, 갱신 간격도 명세 그대로입니다. 기동표 10줄만 추가했습니다.</a:t>
            </a:r>
          </a:p>
          <a:p>
            <a:r>
              <a:t>빨간색 대공 표적이 남쪽으로 내려가다가 동쪽으로 꺾고, 다시 남쪽, 다시 서쪽, 이렇게 훑고 내려갑니다. 파란 대함은 서쪽으로 가다가 한 번 비켜 갑니다.</a:t>
            </a:r>
          </a:p>
          <a:p>
            <a:r>
              <a:t>오른쪽 두 그림이 기수 방위각입니다. 계단처럼 생겼는데, 평평한 데가 직진 구간이고 기울어진 데가 기동 구간입니다. 기동표에 적은 시각과 이 계단의 위치가 정확히 맞습니다.</a:t>
            </a:r>
          </a:p>
          <a:p>
            <a:r>
              <a:t>여기서 G 값을 어떻게 정했는지 한 가지만 말씀드리면, 회전 지점이 좌표로 주어졌는데 구조체에는 시각 칸밖에 없어서, Core 를 실제로 돌려 그 좌표에 닿는 시각을 찾아 옮겼습니다. 회전하는 동안에도 표적이 계속 나아가니까 선회 반경만큼 미리 꺾어야 지정한 자리에서 수평이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값을 코드에 박아 놓고 다시 컴파일하는 건 불편해서 화면을 붙였습니다.</a:t>
            </a:r>
          </a:p>
          <a:p>
            <a:r>
              <a:t>왼쪽 위 표에서 표적의 초기값을 고치면 0.25초 뒤에 자동으로 다시 계산합니다. 601 표본에 객체 3개면 5밀리초 안에 끝나서 기다릴 일이 없습니다. 왼쪽 아래가 기동표고, 회전각과 선회 반경은 입력한 G 와 시간으로 계산해서 같이 보여 줍니다.</a:t>
            </a:r>
          </a:p>
          <a:p>
            <a:r>
              <a:t>오른쪽 위가 궤적입니다. 여기서 시작점 표식을 마우스로 끌면 위도와 경도가 바뀌고, 기수 손잡이를 끌면 Yaw 가 바뀝니다. 표에 숫자로 넣는 것보다 시나리오를 잡을 때 훨씬 빠릅니다.</a:t>
            </a:r>
          </a:p>
          <a:p>
            <a:r>
              <a:t>아래가 결과 표인데 시각마다의 LLA 가 그대로 나옵니다. 슬라이더로 되감아 볼 수 있고, CSV 로 내보낼 수 있습니다. 시나리오 자체는 텍스트 파일로 저장해서 다시 불러올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요구사항과 결과를 한 장에 놓고 보겠습니다.</a:t>
            </a:r>
          </a:p>
          <a:p>
            <a:r>
              <a:t>표적 10개와 기동 30개는 고정 배열로 상한을 두고, 범위를 넘으면 오류 코드로 거부했습니다.</a:t>
            </a:r>
          </a:p>
          <a:p>
            <a:r>
              <a:t>위치는 LLA, 속도는 V_heading 하나로 받았고 방향은 자세각이 담당합니다.</a:t>
            </a:r>
          </a:p>
          <a:p>
            <a:r>
              <a:t>기동은 축, G, 시작, 종료 네 필드로 정의하고 구간 겹침까지 검사합니다.</a:t>
            </a:r>
          </a:p>
          <a:p>
            <a:r>
              <a:t>상태 갱신은 ECEF 에서 하고, 출력용 LLA 를 같이 보관합니다.</a:t>
            </a:r>
          </a:p>
          <a:p>
            <a:r>
              <a:t>추가 고민 항목이었던 V_heading 에서 Vx, Vy, Vz 변환은 동체에서 NED, NED 에서 ECEF 로 두 번 회전했고 속력이 보존되는 것을 601개 표본으로 확인했습니다.</a:t>
            </a:r>
          </a:p>
          <a:p>
            <a:r>
              <a:t>좌표변환 코드는 제공받은 것을 원본 그대로 썼습니다.</a:t>
            </a:r>
          </a:p>
          <a:p>
            <a:r>
              <a:t>결과는 표와 CSV, 궤적 그림, 고도 그림으로 냈습니다.</a:t>
            </a:r>
          </a:p>
          <a:p>
            <a:r>
              <a:t>남겨 둔 것도 말씀드리겠습니다. Pitch 가 90도 근처로 가면 짐벌락이 있고, 이건 사원수를 써야 풀립니다. 그리고 이 모델은 중력이나 항력이 없이 기수 방향으로만 나아가는 운동학 모델입니다. 실제 탄도를 그리려면 힘을 넣어야 합니다.</a:t>
            </a:r>
          </a:p>
          <a:p>
            <a:r>
              <a:t>반대로, 이 궤적에 잡음만 얹으면 바로 추적 필터 입력이 되고, Part 2 에서 만든 좌표변환을 붙이면 안테나 기준 거리와 방위각, 고각이 나옵니다. 다음 과제로 이어지는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이상입니다. 감사합니다.</a:t>
            </a:r>
          </a:p>
          <a:p>
            <a:r>
              <a:t>질문 있으시면 답변드리겠습니다.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658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2505456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AEB9CC"/>
                </a:solidFill>
                <a:latin typeface="맑은 고딕"/>
              </a:rPr>
              <a:t>레이다 SW 학습 과제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2944368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맑은 고딕"/>
              </a:rPr>
              <a:t>표적 궤적 모의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3913632"/>
            <a:ext cx="3108960" cy="0"/>
          </a:xfrm>
          <a:prstGeom prst="rect">
            <a:avLst/>
          </a:prstGeom>
          <a:noFill/>
          <a:ln w="9525">
            <a:solidFill>
              <a:srgbClr val="AEB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4059936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Target Trajectory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12064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맑은 고딕"/>
              </a:rPr>
              <a:t>Janghwan Kim (Harley)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2103120" y="722376"/>
            <a:ext cx="210312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0" y="722376"/>
            <a:ext cx="726948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맑은 고딕"/>
              </a:rPr>
              <a:t>표적 궤적 모의</a:t>
            </a:r>
          </a:p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맑은 고딕"/>
              </a:rPr>
              <a:t>TargetSim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EB9CC"/>
                </a:solidFill>
                <a:latin typeface="맑은 고딕"/>
              </a:rPr>
              <a:t>Janghwan Kim (Harley)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78308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</a:rPr>
              <a:t>표적 구조체 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764792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표적 하나를 어떤 숫자로 적을 것인가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기동을 어떻게 표현할 것인가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2898648"/>
            <a:ext cx="672084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24612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319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</a:rPr>
              <a:t>표적 궤적 모의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227832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동체 속도를 ECEF 속도로 바꾸는 방법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한 스텝을 전진시키는 방법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4361688"/>
            <a:ext cx="672084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7091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47823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4690872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명세 조건 60초 결과와 검산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정확도 확인과 기동 시연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과제가 요구한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「과제 3 내용」 문서의 요구사항을 네 덩어리로 묶고, 발표도 그 순서로 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68296"/>
            <a:ext cx="2560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68296"/>
            <a:ext cx="50292" cy="2331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5117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표적 구조체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98648"/>
            <a:ext cx="2057400" cy="16733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표적 최대 10개, 표적마다 기동 최대 30개.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위치는 위도 · 경도 · 고도, 속도는 동체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속도(V_heading) 한 개로 입력받을 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1" y="2368296"/>
            <a:ext cx="2560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1" y="2368296"/>
            <a:ext cx="50292" cy="2331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1" y="255117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표적 상태 갱신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1" y="2898648"/>
            <a:ext cx="2057400" cy="16733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위치와 속도는 ECEF 좌표계에서 갱신할 것.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추가 고민 — V_heading 을 ECEF 속도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Vx, Vy, Vz 로 바꾸는 방법.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2368296"/>
            <a:ext cx="2560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2368296"/>
            <a:ext cx="50292" cy="2331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55117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3AED"/>
                </a:solidFill>
                <a:latin typeface="맑은 고딕"/>
              </a:rPr>
              <a:t>시뮬레이션 조건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898648"/>
            <a:ext cx="2057400" cy="16733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60초 동안 0.1초 간격.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플랫폼 1 + 대함 표적 1 + 대공 표적 1.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제공받은 좌표변환 코드를 그대로 사용.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2368296"/>
            <a:ext cx="2560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2368296"/>
            <a:ext cx="50292" cy="2331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255117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결과 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2898648"/>
            <a:ext cx="2057400" cy="16733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궤적을 LLA 로 출력하고 그림으로 표현.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구조체 정의 · 구현 방법 · 결과를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코드와 함께 설명.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65776"/>
            <a:ext cx="10908792" cy="8686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65776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코드는 Part 2 에서 쓰던 좌표변환 라이브러리를 한 줄도 고치지 않고 그대로 가져다 썼습니다.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새로 만든 것은 TargetSim.c 하나 — 표적을 시간에 따라 움직이는 부분입니다.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표적을 왜 가짜로 만드나요?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레이다 소프트웨어를 만들려면 먼저 "표적이 이렇게 움직였다" 는 데이터가 있어야 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4</a:t>
            </a:r>
          </a:p>
        </p:txBody>
      </p:sp>
      <p:pic>
        <p:nvPicPr>
          <p:cNvPr id="8" name="Picture 7" descr="fig01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782" y="2139696"/>
            <a:ext cx="10055387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만든 것 — 계산은 C, 화면은 MFC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계산 엔진과 화면을 나눠 두면 화면이 바뀌어도 계산은 건드릴 일이 없습니다.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fig02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271" y="2139696"/>
            <a:ext cx="9240409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A5A7A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87168"/>
            <a:ext cx="73152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맑은 고딕"/>
              </a:rPr>
              <a:t>표적 구조체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2304" y="32004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Target Structure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4" y="393192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표적 하나를 숫자 몇 개로 적어야 충분한가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431596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"기동" 이라는 말을 코드가 알아들을 수 있는 값으로 바꾸기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470001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설정(입력)과 상태(출력)를 나눈 이유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표적 하나를 숫자로 적으면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지금 어디에 있고, 어디를 보고 있고, 얼마나 빠른가 — 이 세 가지면 다음 순간을 계산할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7</a:t>
            </a:r>
          </a:p>
        </p:txBody>
      </p:sp>
      <p:pic>
        <p:nvPicPr>
          <p:cNvPr id="8" name="Picture 7" descr="fig03_stat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782" y="2139696"/>
            <a:ext cx="10055387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위치는 위도 · 경도 · 고도로 받는다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명세가 정한 입력 형식이기도 하고, 사람이 지도에서 바로 찍어 볼 수 있는 값이기도 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8</a:t>
            </a:r>
          </a:p>
        </p:txBody>
      </p:sp>
      <p:pic>
        <p:nvPicPr>
          <p:cNvPr id="8" name="Picture 7" descr="fig04_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91" y="2139696"/>
            <a:ext cx="9578569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속도는 크기 하나만 받는다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방향은 자세각이 이미 들고 있으므로, 속도까지 방향을 갖게 하면 두 개가 서로 어긋납니다.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9</a:t>
            </a:r>
          </a:p>
        </p:txBody>
      </p:sp>
      <p:pic>
        <p:nvPicPr>
          <p:cNvPr id="8" name="Picture 7" descr="fig05_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39" y="2139696"/>
            <a:ext cx="10519272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기동을 어떻게 적을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"12초부터 16초까지 오른쪽으로 8 G 로 꺾어라" — 이 한 문장을 네 개의 값으로 쪼갭니다.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fig06_maneu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425" y="2139696"/>
            <a:ext cx="10282100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G 값 하나가 회전 속도를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왜 각도(°/s) 대신 G 로 받을까요? 조종사와 기체가 실제로 견디는 한계가 G 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fig07_g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701" y="2139696"/>
            <a:ext cx="9813549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회전축 세 가지 — 실제로 돌려 보면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같은 표적에 같은 2 G 를 10초씩, 축만 바꿔 걸어 본 결과입니다.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12</a:t>
            </a:r>
          </a:p>
        </p:txBody>
      </p:sp>
      <p:pic>
        <p:nvPicPr>
          <p:cNvPr id="8" name="Picture 7" descr="fig08_turn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226" y="2139696"/>
            <a:ext cx="9642498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구조체 전체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입력 쪽과 출력 쪽을 완전히 갈라 두었습니다.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13</a:t>
            </a:r>
          </a:p>
        </p:txBody>
      </p:sp>
      <p:pic>
        <p:nvPicPr>
          <p:cNvPr id="8" name="Picture 7" descr="fig09_str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271" y="2139696"/>
            <a:ext cx="9240409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코드로 보는 구조체 ① — 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TargetSimCore/include/TargetSim.h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57984"/>
            <a:ext cx="6675120" cy="4041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340864"/>
            <a:ext cx="6272783" cy="37124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// 기동 회전축. 값은 과제 명세를 그대로 따른다.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2563EB"/>
                </a:solidFill>
                <a:latin typeface="Consolas"/>
              </a:rPr>
              <a:t>typedef enum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TGT_TURN_NONE = 0,   TGT_TURN_ROLL  = 1,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TGT_TURN_YAW  = 2,   TGT_TURN_PITCH = 3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} EN_TurnType;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// 기동 1건. gravityValue 의 부호가 회전 방향이다.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EN_TurnType   enTurnType;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FLOAT64       gravityValue;   // [G]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FLOAT64       startTime;      // [s]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FLOAT64       endTime;        // [s]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} ST_TargetManeuver;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STRUCT_Coord_Lla       st_InitLla;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STRUCT_Coord_Attitude  st_InitAtt;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FLOAT64                headingSpeed;   // V_heading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INT32                  nManeuverNum;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ST_TargetManeuver      st_Maneuver[TGT_MAX_MANEUVER_NUM];</a:t>
            </a:r>
          </a:p>
          <a:p>
            <a:pPr algn="l">
              <a:lnSpc>
                <a:spcPct val="112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} ST_TargetInit;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2157984"/>
            <a:ext cx="3913632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157984"/>
            <a:ext cx="50292" cy="1261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340864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구간은 [시작, 종료)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688336"/>
            <a:ext cx="3410712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한 기동의 끝과 다음 기동의 시작이 같아도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겹침이 아니라 이어 붙는 것으로 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47872"/>
            <a:ext cx="3913632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3547872"/>
            <a:ext cx="50292" cy="126187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730752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겹치면 아예 거부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078224"/>
            <a:ext cx="3410712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같은 표적에 같은 시각을 덮는 기동이 둘이면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TGT_ERR_MANEUVER_OVERLAP 을 돌려줍니다.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937760"/>
            <a:ext cx="3913632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4937760"/>
            <a:ext cx="50292" cy="12618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5120640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10 × 30 은 배열로 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468112"/>
            <a:ext cx="3410712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동적 할당을 쓰지 않아 실행 중 메모리 실패가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생길 자리가 없습니다.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코드로 보는 구조체 ② — 출력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설정은 처음 한 번만 읽고, 스텝마다 바뀌는 것은 상태뿐입니다.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5"/>
            <a:ext cx="6675120" cy="3886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368296"/>
            <a:ext cx="6272783" cy="35570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한 시각의 상태. 위치와 속도는 ECEF 에서 갱신하고,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LLA 는 출력과 다음 스텝의 NED 기준으로 함께 보관한다.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FLOAT64                simTime;      // [s]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    STRUCT_Coord_Rect      st_PosEcef;   // [m]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    STRUCT_Coord_Rect      st_VelEcef;   // [m/s]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STRUCT_Coord_Lla       st_Lla;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STRUCT_Coord_Attitude  st_Att;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} ST_TargetState;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한 시각의 플랫폼 · 표적 상태.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FLOAT64         simTime;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INT32           nStepIndex;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INT32           nTargetNum;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ST_TargetState  st_Platform;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ST_TargetState  st_Target[TGT_MAX_TARGET_NUM];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} ST_SimSample;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2185415"/>
            <a:ext cx="391363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185415"/>
            <a:ext cx="5029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368296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왜 ECEF 와 LLA 를 둘 다 들고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15768"/>
            <a:ext cx="3410712" cy="12161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계산은 ECEF 에서 하는 쪽이 정확하고,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출력과 화면은 LLA 라야 읽힙니다.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스텝마다 한 번만 바꿔 두면 쓸 때마다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다시 변환하지 않아도 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4242816"/>
            <a:ext cx="391363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4242816"/>
            <a:ext cx="50292" cy="18288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4425696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플랫폼도 같은 구조체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773168"/>
            <a:ext cx="3410712" cy="11704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플랫폼은 기동이 없는 표적일 뿐입니다.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같은 ST_TargetState 를 쓰고 각속도만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0 으로 넣어 같은 경로로 전진시킵니다.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A5A7A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87168"/>
            <a:ext cx="73152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맑은 고딕"/>
              </a:rPr>
              <a:t>표적 궤적 모의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2304" y="32004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Trajectory Propagation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4" y="393192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기수 방향 속력 하나를 ECEF 속도 세 성분으로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431596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0.1초를 한 번 전진시키는 방법 — 중점법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470001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숫자가 깨졌을 때 상태를 지키는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쓰는 좌표계는 셋뿐입니다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Part 2 에서 여섯 개를 봤지만, 표적을 움직이는 데 실제로 필요한 것은 이 셋입니다.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17</a:t>
            </a:r>
          </a:p>
        </p:txBody>
      </p:sp>
      <p:pic>
        <p:nvPicPr>
          <p:cNvPr id="8" name="Picture 7" descr="fig10_fr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2640"/>
            <a:ext cx="10908792" cy="3872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왜 ECEF 에서 갱신하는가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명세가 정한 조건이기도 하지만, 실제로 계산해 보면 이유가 분명합니다.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18</a:t>
            </a:r>
          </a:p>
        </p:txBody>
      </p:sp>
      <p:pic>
        <p:nvPicPr>
          <p:cNvPr id="8" name="Picture 7" descr="fig11_whyec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8873"/>
            <a:ext cx="10908792" cy="40398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동체 속도를 ECEF 속도로 — 과제의 추가 고민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"표적 동체 속도 값(V_heading)을 ECEF 좌표계 Vx, Vy, Vz 성분으로 변환하는 방법" 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19</a:t>
            </a:r>
          </a:p>
        </p:txBody>
      </p:sp>
      <p:pic>
        <p:nvPicPr>
          <p:cNvPr id="8" name="Picture 7" descr="fig12_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425" y="2139696"/>
            <a:ext cx="10282100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 ③ — 두 줄이면 끝난다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19656"/>
            <a:ext cx="10908792" cy="2944368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47672"/>
            <a:ext cx="105064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794AC"/>
                </a:solidFill>
                <a:latin typeface="Arial"/>
              </a:rPr>
              <a:t>TargetSimCore/src/TargetSim.c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76856"/>
            <a:ext cx="10506456" cy="23408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동체 속도 (V, 0, 0) 을 자세로 한 번, 위경도로 한 번 돌려 ECEF 속도로 만든다.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회전만 거치므로 속력은 그대로 보존된다.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static STRUCT_Coord_Rect f_Tgt_GetVelEcef(const STRUCT_Coord_Attitude *st_Att,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    const STRUCT_Coord_Lla *st_Lla, FLOAT64 headingSpeed)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STRUCT_Coord_Rect  st_VelNed;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    // 참고 소스는 인자를 Roll, Yaw, Pitch 순서로 받는다.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    st_VelNed = f_Trans_Body_To_Ned(headingSpeed, 0.0, 0.0,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        st_Att-&gt;Roll, st_Att-&gt;Yaw, st_Att-&gt;Pitch);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    // 방향만 옮길 때는 기준점을 원점으로 준다.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    return f_Trans_Ned_To_Ecef(st_VelNed.x, st_VelNed.y, st_VelNed.z,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        0.0, 0.0, 0.0, st_Lla-&gt;Lat, st_Lla-&gt;Lon);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82896"/>
            <a:ext cx="3520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882896"/>
            <a:ext cx="50292" cy="12984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6577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C2626"/>
                </a:solidFill>
                <a:latin typeface="맑은 고딕"/>
              </a:rPr>
              <a:t>왜 기준점이 0 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13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f_Trans_Ned_To_Ecef 는 회전에 더해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기준점만큼 평행이동까지 합니다. 속도는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"위치"가 아니라 "방향"이라 빼야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4882896"/>
            <a:ext cx="3520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4882896"/>
            <a:ext cx="50292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506577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인자 순서를 왜 적어 두었나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5413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제공받은 함수가 Roll, Yaw, Pitch 순서로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받습니다. 자세각 구조체의 필드 순서와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달라, 헷갈리는 자리라 주석을 남겼습니다.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4882896"/>
            <a:ext cx="350215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9" y="4882896"/>
            <a:ext cx="50292" cy="12984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506577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속력 보존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413248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회전행렬은 길이를 바꾸지 않습니다.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60초 601개 표본에서 속력을 재보면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200.000000000 m/s 가 601번 나옵니다.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0.1초를 어떻게 전진시킬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속도가 계속 바뀌는데 한 방향으로만 밀면 안쪽 곡선을 못 따라갑니다.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21</a:t>
            </a:r>
          </a:p>
        </p:txBody>
      </p:sp>
      <p:pic>
        <p:nvPicPr>
          <p:cNvPr id="8" name="Picture 7" descr="fig13_mid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91187"/>
            <a:ext cx="10908792" cy="377524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 ④ — 한 스텝 전진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TargetSimCore/src/TargetSim.c   f_Tgt_Propagate (발췌)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5"/>
            <a:ext cx="6949440" cy="3886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368296"/>
            <a:ext cx="6547103" cy="35570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halfStep = 0.5 * stepTime;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    // ① 반 스텝 뒤의 자세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st_AttMid.Roll  = st_State-&gt;st_Att.Roll  + (st_Rate-&gt;Roll  * halfStep);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st_AttMid.Pitch = st_State-&gt;st_Att.Pitch + (st_Rate-&gt;Pitch * halfStep);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st_AttMid.Yaw   = st_State-&gt;st_Att.Yaw   + (st_Rate-&gt;Yaw   * halfStep);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    // ② 반 스텝 뒤의 위치 — 스텝 시작 속도로 예측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st_VelStart = f_Tgt_GetVelEcef(&amp;st_State-&gt;st_Att, &amp;st_State-&gt;st_Lla, headingSpeed);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   st_PosMid.x = st_State-&gt;st_PosEcef.x + (st_VelStart.x * halfStep);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    ...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    // ③ 그 자리 · 그 자세에서 구한 속도가 이 스텝의 대표 속도</a:t>
            </a:r>
          </a:p>
          <a:p>
            <a:pPr algn="l">
              <a:lnSpc>
                <a:spcPct val="114000"/>
              </a:lnSpc>
            </a:pPr>
            <a:r>
              <a:rPr sz="900" b="1">
                <a:solidFill>
                  <a:srgbClr val="2563EB"/>
                </a:solidFill>
                <a:latin typeface="Consolas"/>
              </a:rPr>
              <a:t>    st_LlaMid = f_Trans_Ecef_To_Lla(st_PosMid.x, st_PosMid.y, st_PosMid.z);</a:t>
            </a:r>
          </a:p>
          <a:p>
            <a:pPr algn="l">
              <a:lnSpc>
                <a:spcPct val="114000"/>
              </a:lnSpc>
            </a:pPr>
            <a:r>
              <a:rPr sz="900" b="1">
                <a:solidFill>
                  <a:srgbClr val="2563EB"/>
                </a:solidFill>
                <a:latin typeface="Consolas"/>
              </a:rPr>
              <a:t>    st_VelMid = f_Tgt_GetVelEcef(&amp;st_AttMid, &amp;st_LlaMid, headingSpeed);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    // ④ 그 속도로 한 스텝을 옮긴다</a:t>
            </a:r>
          </a:p>
          <a:p>
            <a:pPr algn="l">
              <a:lnSpc>
                <a:spcPct val="114000"/>
              </a:lnSpc>
            </a:pPr>
            <a:r>
              <a:rPr sz="900" b="1">
                <a:solidFill>
                  <a:srgbClr val="2563EB"/>
                </a:solidFill>
                <a:latin typeface="Consolas"/>
              </a:rPr>
              <a:t>    st_Next.st_PosEcef.x = st_State-&gt;st_PosEcef.x + (st_VelMid.x * stepTime);</a:t>
            </a:r>
          </a:p>
          <a:p>
            <a:pPr algn="l">
              <a:lnSpc>
                <a:spcPct val="114000"/>
              </a:lnSpc>
            </a:pPr>
            <a:r>
              <a:rPr sz="900">
                <a:solidFill>
                  <a:srgbClr val="8794AC"/>
                </a:solidFill>
                <a:latin typeface="Consolas"/>
              </a:rPr>
              <a:t>   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85415"/>
            <a:ext cx="377647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0" y="2185415"/>
            <a:ext cx="5029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368296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왜 반 스텝 위치까지 다시 구하나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715768"/>
            <a:ext cx="3273552" cy="12161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자세만 반 스텝 돌리고 위치는 그대로 두면,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지구가 둥근 만큼 방향이 뒤처집니다.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그러면 수평으로 날아도 고도가 매 스텝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d²/2R 씩 올라갑니다.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242816"/>
            <a:ext cx="37764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4242816"/>
            <a:ext cx="5029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4425696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짐벌락은 알고 남겨 두었다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73168"/>
            <a:ext cx="3273552" cy="11704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오일러각을 직접 적분하므로 Pitch 가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±90° 근처면 Yaw 축이 속도 방향과 겹쳐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Yaw 기동이 궤적을 바꾸지 못합니다.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코드에 주석으로 명시해 두었습니다.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한 스텝에 벌어지는 일 전부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그리고 계산이 깨졌을 때 상태를 지키는 방법.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23</a:t>
            </a:r>
          </a:p>
        </p:txBody>
      </p:sp>
      <p:pic>
        <p:nvPicPr>
          <p:cNvPr id="8" name="Picture 7" descr="fig14_step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027" y="2139696"/>
            <a:ext cx="9056896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A5A7A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87168"/>
            <a:ext cx="73152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2304" y="32004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Simulation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4" y="393192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명세 조건 그대로 60초를 돌린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431596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손으로 계산한 값과 맞는지 숫자로 검산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470001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갱신 간격을 바꿔 가며 확인한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시뮬레이션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「과제 3 내용」 2항의 값을 그대로 넣었습니다.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31136"/>
            <a:ext cx="10908792" cy="42062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231136"/>
            <a:ext cx="17647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05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위도 [°]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경도 [°]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437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고도 [m]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속력 [m/s]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69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Roll [°]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Pitch [°]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5016" y="2231136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Yaw [°]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651760"/>
            <a:ext cx="10908792" cy="420624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51760"/>
            <a:ext cx="17647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740"/>
                </a:solidFill>
                <a:latin typeface="맑은 고딕"/>
              </a:rPr>
              <a:t>플랫폼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3405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126.0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469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5016" y="265176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3072384"/>
            <a:ext cx="17647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740"/>
                </a:solidFill>
                <a:latin typeface="맑은 고딕"/>
              </a:rPr>
              <a:t>대함 표적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405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32.125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421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126.03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453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469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5016" y="3072384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270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493008"/>
            <a:ext cx="10908792" cy="420624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3493008"/>
            <a:ext cx="17647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740"/>
                </a:solidFill>
                <a:latin typeface="맑은 고딕"/>
              </a:rPr>
              <a:t>대공 표적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32.12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21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126.0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437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7453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5469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85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5016" y="3493008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233672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233672"/>
            <a:ext cx="50292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4165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시뮬레이션 시간 60 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764024"/>
            <a:ext cx="301752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갱신 간격 0.1 초 → 601개 표본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(t = 0 과 t = 60 을 모두 포함)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4233672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43400" y="4233672"/>
            <a:ext cx="50292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4165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Yaw 270° 는 서쪽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4764024"/>
            <a:ext cx="301752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Yaw 는 북쪽이 0, 시계 방향이 +.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대함은 서쪽, 대공은 남쪽(180°)으로 갑니다.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6719" y="4233672"/>
            <a:ext cx="350215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19" y="4233672"/>
            <a:ext cx="50292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416552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기동 없는 등속 직진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764024"/>
            <a:ext cx="2999232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먼저 기동 없이 돌려 손계산과 맞춰 보고,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그 다음 기동을 얹었습니다.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577840"/>
            <a:ext cx="10908792" cy="566928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5577840"/>
            <a:ext cx="10360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4A5A7A"/>
                </a:solidFill>
                <a:latin typeface="맑은 고딕"/>
              </a:rPr>
              <a:t>플랫폼 속력이 0 이라 f_Tgt_Propagate 의 나눗셈 분모가 되는 자리가 없는지 따로 확인했습니다 — 각속도 계산은 기동이 있을 때만 들어갑니다.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① — 60초 궤적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플랫폼을 원점으로 잡은 동-북 평면입니다. 점 하나가 10초입니다.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26</a:t>
            </a:r>
          </a:p>
        </p:txBody>
      </p:sp>
      <p:pic>
        <p:nvPicPr>
          <p:cNvPr id="8" name="Picture 7" descr="fig15_resul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555" y="2139696"/>
            <a:ext cx="8133841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② — 손으로 검산해 보면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속력 × 시간, 고도 유지, 위도 유지 — 답을 미리 아는 항목으로 맞춰 봤습니다.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27</a:t>
            </a:r>
          </a:p>
        </p:txBody>
      </p:sp>
      <p:pic>
        <p:nvPicPr>
          <p:cNvPr id="8" name="Picture 7" descr="fig16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132" y="2139696"/>
            <a:ext cx="9630687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③ — 0.1초는 충분한 간격인가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직진은 틀릴 수가 없으니, 가장 많이 휘는 선회 구간으로 확인했습니다.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28</a:t>
            </a:r>
          </a:p>
        </p:txBody>
      </p:sp>
      <p:pic>
        <p:nvPicPr>
          <p:cNvPr id="8" name="Picture 7" descr="fig17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89" y="2139696"/>
            <a:ext cx="10395372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④ — 기동을 얹으면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같은 초기값에 기동 10줄만 추가했습니다. 초기값 · 시간 · 간격은 명세 그대로입니다.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29</a:t>
            </a:r>
          </a:p>
        </p:txBody>
      </p:sp>
      <p:pic>
        <p:nvPicPr>
          <p:cNvPr id="8" name="Picture 7" descr="fig18_zigz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402" y="2139696"/>
            <a:ext cx="7760146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TargetSim — 값을 바꿔 가며 볼 수 있게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표에서 숫자를 고치면 바로 다시 돌고, 그림에서 시작점과 기수를 끌 수도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30</a:t>
            </a:r>
          </a:p>
        </p:txBody>
      </p:sp>
      <p:pic>
        <p:nvPicPr>
          <p:cNvPr id="8" name="Picture 7" descr="fig19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209" y="2093976"/>
            <a:ext cx="661946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2139696"/>
            <a:ext cx="3730752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2139696"/>
            <a:ext cx="50292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322576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고치면 곧바로 다시 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670048"/>
            <a:ext cx="3227832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표의 칸을 고치면 0.25초 뒤 자동으로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다시 계산합니다. 601 표본 × 3 객체가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5 ms 안에 끝나 기다릴 일이 없습니다.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3538728"/>
            <a:ext cx="3730752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18120" y="3538728"/>
            <a:ext cx="50292" cy="12801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3721608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그림에서 끌어서 배치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069080"/>
            <a:ext cx="3227832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시작점과 기수 손잡이를 마우스로 끌면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위도 · 경도 · Yaw 가 표에 그대로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반영됩니다.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4937760"/>
            <a:ext cx="37307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4937760"/>
            <a:ext cx="50292" cy="131673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12064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결과는 표 · CSV · 그림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468112"/>
            <a:ext cx="322783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시각마다의 LLA 를 표로 보고, 슬라이더로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되감아 보고, CSV 로 내보냅니다.</a:t>
            </a:r>
          </a:p>
          <a:p>
            <a:pPr algn="l">
              <a:lnSpc>
                <a:spcPct val="128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시나리오는 .tsim 파일로 저장합니다.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요구사항과 결과를 한 장에 놓고 보겠습니다.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5"/>
            <a:ext cx="10908792" cy="333756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85415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과제 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2704" y="2185415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이렇게 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53344" y="2185415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19172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519172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표적 10개 · 기동 30개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2704" y="2519172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고정 배열로 상한을 두고 범위 밖은 오류 코드로 거부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53344" y="2519172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위치는 LLA, 속도는 V_heading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2704" y="2852928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ST_TargetInit 에 그대로. 방향은 자세각이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53344" y="2852928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6684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186684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기동 = G · 축 · 시작 · 종료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3186684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ST_TargetManeuver 네 필드. 구간 겹침도 검사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53344" y="3186684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520439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ECEF 에서 상태 갱신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2704" y="3520439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위치 · 속도 모두 ECEF, 출력용 LLA 를 함께 보관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53344" y="3520439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854196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854196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V_heading → Vx, Vy, Vz  (추가 고민)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2704" y="3854196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동체 → NED → ECEF 두 번 회전. 속력 보존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53344" y="3854196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4187952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제공 좌표변환 코드 사용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2704" y="4187952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CoordinateTransform.c / matrixCalcLib.c 원본 그대로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53344" y="4187952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521708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521708"/>
            <a:ext cx="466344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결과를 LLA 로 출력하고 그림으로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2704" y="4521708"/>
            <a:ext cx="4937759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표 · CSV · 궤적 그림 · 고도 그림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53344" y="4521708"/>
            <a:ext cx="75895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093207"/>
            <a:ext cx="53492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093207"/>
            <a:ext cx="50292" cy="111556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276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남겨 둔 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2355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· Pitch 가 ±90° 근처면 짐벌락 — 오일러각 대신 사원수를 쓰면 풀립니다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· 중력 · 항력 없이 기수 방향으로만 나아가는 운동학 모델입니다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5093207"/>
            <a:ext cx="53492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5093207"/>
            <a:ext cx="50292" cy="11155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5276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다음에 이어 붙일 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562355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· 이 궤적에 잡음을 얹으면 곧바로 추적 필터 입력이 됩니다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· Part 2 의 좌표변환을 붙이면 안테나 기준 거리 · 방위 · 고각이 나옵니다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맑은 고딕"/>
              </a:rPr>
              <a:t>질문 주시면 답변드리겠습니다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3  표적 궤적 모의</dc:title>
  <dc:subject>표준 제안/보고 서식</dc:subject>
  <dc:creator>Janghwan Kim (Harley)</dc:creator>
  <cp:lastModifiedBy>PptxGenJS</cp:lastModifiedBy>
  <cp:revision>1</cp:revision>
  <dcterms:created xsi:type="dcterms:W3CDTF">2026-09-21T04:55:30Z</dcterms:created>
  <dcterms:modified xsi:type="dcterms:W3CDTF">2026-09-21T04:55:30Z</dcterms:modified>
</cp:coreProperties>
</file>