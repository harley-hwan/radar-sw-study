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3 표적 궤적 모의. 오늘은 명세의 1번 구현 방법과 2번 시뮬레이션 조건까지 다룹니다. 결과 출력과 검증은 다음 자료에서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명세는 이 세 가지를 지정하지 않았습니다. 구현하려면 반드시 정해야 하는 것들이라 판단 근거를 함께 정리했습니다.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는 MISRA C 를 적용한 순수 C 코드이고, UI 는 MFC C++ 입니다. 둘 사이에 오가는 자료구조를 두 개로 묶어 두면 나중에 화면을 바꿔도 계산 코드는 손대지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설정은 불변, 상태는 가변. 이렇게 나누면 시뮬레이션 도중 사용자가 화면 값을 바꿔도 진행 중인 계산이 흔들리지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선택 덕분에 '속력 보존'이 나중에 검증해야 할 성질이 아니라 구조적으로 성립하는 성질이 됩니다. 실제로 60초 내내 30.000000 / 200.000000 이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③ 은 기동이 하나뿐이면 전혀 문제가 되지 않습니다. 표적마다 기동을 30개까지 허용했기 때문에 정해야 했던 규칙입니다.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위경도를 직접 적분하면 곡률반경이 매 스텝 식에 끼어들고 극점에서는 계산이 터집니다. ECEF 로 옮기면 그 문제가 전부 사라집니다.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함수가 과제의 핵심입니다. 함수가 st_Lla 를 인자로 받는 이유는 위경도 회전 행렬을 매번 현재 위치로 새로 만들어야 하기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속력이 분모에 있으므로 0이면 안 됩니다. 표적 속력은 0보다 커야 한다는 검사를 미리 겁니다. 플랫폼은 기동이 없어 이 나눗셈을 지나가지 않으므로 정지가 허용됩니다.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자주 나오는 질문: 간격이 0.1초로 같은데 왜 다르냐. 간격은 같지만 그 간격을 대표하는 속도를 어느 시점에서 뽑느냐가 다릅니다. 잘 고른 대표값인지는 간격을 줄였을 때 오차가 얼마나 빨리 줄어드는지로 드러납니다 — 시작 방향은 1/2, 중점법은 1/4. 중점법은 RK2 라고도 부르고 전역 오차가 간격의 제곱에 비례합니다.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표본 601개는 약 0.66 MB 입니다. 화면 쪽에서 한 번에 잡고, 계산 쪽은 가장 최근 표본 하나만 들고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실측 대조는 다음 단계에서 진행합니다. 여기서는 무엇과 비교할 것인지 기준을 먼저 세워 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다룬 범위는 여기까지입니다. 다음 자료에서 실제 실행 결과와 검증을 이어갑니다.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1554480"/>
            <a:ext cx="3749040" cy="3749040"/>
          </a:xfrm>
          <a:prstGeom prst="ellipse">
            <a:avLst/>
          </a:prstGeom>
          <a:ln w="15240">
            <a:solidFill>
              <a:srgbClr val="2339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2468880"/>
            <a:ext cx="1920240" cy="1920240"/>
          </a:xfrm>
          <a:prstGeom prst="ellipse">
            <a:avLst/>
          </a:prstGeom>
          <a:ln w="12700">
            <a:solidFill>
              <a:srgbClr val="2339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89720" y="2926080"/>
            <a:ext cx="1005840" cy="1005840"/>
          </a:xfrm>
          <a:prstGeom prst="ellipse">
            <a:avLst/>
          </a:prstGeom>
          <a:ln w="12700">
            <a:solidFill>
              <a:srgbClr val="2E4A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331720"/>
            <a:ext cx="1435608" cy="1097280"/>
          </a:xfrm>
          <a:prstGeom prst="line">
            <a:avLst/>
          </a:prstGeom>
          <a:noFill/>
          <a:ln w="20320">
            <a:solidFill>
              <a:srgbClr val="D98C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55096" y="2258568"/>
            <a:ext cx="146304" cy="146304"/>
          </a:xfrm>
          <a:prstGeom prst="ellipse">
            <a:avLst/>
          </a:prstGeom>
          <a:solidFill>
            <a:srgbClr val="D98C1F"/>
          </a:solidFill>
          <a:ln/>
        </p:spPr>
      </p:sp>
      <p:sp>
        <p:nvSpPr>
          <p:cNvPr id="7" name="Shape 5"/>
          <p:cNvSpPr/>
          <p:nvPr/>
        </p:nvSpPr>
        <p:spPr>
          <a:xfrm>
            <a:off x="8887968" y="4133088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98C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RADAR SW STUDY · PART 3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59152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 궤적 모의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1868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방법 및 시뮬레이션 조건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041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TargetSimCore (C17 / DLL)  ·  TargetSimUI (MFC)  ·  WGS84 좌표변환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D98C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02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6576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요구사항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57607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만들어야 하는가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3 · 표적 궤적 모의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325880"/>
            <a:ext cx="3511296" cy="2331720"/>
          </a:xfrm>
          <a:prstGeom prst="roundRect">
            <a:avLst>
              <a:gd name="adj" fmla="val 1569"/>
            </a:avLst>
          </a:prstGeom>
          <a:solidFill>
            <a:srgbClr val="EDF1F6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15361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D98C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0432" y="157276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1-(1)  표적 구조체 정의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29968"/>
            <a:ext cx="3035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 10개 / 표적별 기동 30개 설정 가능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위치는 위도·경도·고도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속도는 동체 속도 V_heading 하나로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기동 = G값 · 회전축 · 시작 · 종료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52544" y="1325880"/>
            <a:ext cx="3511296" cy="2331720"/>
          </a:xfrm>
          <a:prstGeom prst="roundRect">
            <a:avLst>
              <a:gd name="adj" fmla="val 1569"/>
            </a:avLst>
          </a:prstGeom>
          <a:solidFill>
            <a:srgbClr val="EDF1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15361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D98C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56048" y="157276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1-(2)  표적 상태 정보 갱신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2029968"/>
            <a:ext cx="3035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위치·속도는 ECEF 좌표계에서 갱신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V_heading 을 ECEF Vx·Vy·Vz 로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바꾸는 방법 (명세의 추가 고민 항목)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325880"/>
            <a:ext cx="3511296" cy="2331720"/>
          </a:xfrm>
          <a:prstGeom prst="roundRect">
            <a:avLst>
              <a:gd name="adj" fmla="val 1569"/>
            </a:avLst>
          </a:prstGeom>
          <a:solidFill>
            <a:srgbClr val="EDF1F6"/>
          </a:solidFill>
          <a:ln/>
        </p:spPr>
      </p:sp>
      <p:sp>
        <p:nvSpPr>
          <p:cNvPr id="16" name="Shape 14"/>
          <p:cNvSpPr/>
          <p:nvPr/>
        </p:nvSpPr>
        <p:spPr>
          <a:xfrm>
            <a:off x="8357616" y="15361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741664" y="157276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 시뮬레이션 조건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2029968"/>
            <a:ext cx="3035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60초 / 0.1초 간격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 1 + 대함 표적 1 + 대공 표적 1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LLA 로 출력하고 그림으로 표현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886200"/>
            <a:ext cx="11055096" cy="2148840"/>
          </a:xfrm>
          <a:prstGeom prst="roundRect">
            <a:avLst>
              <a:gd name="adj" fmla="val 1702"/>
            </a:avLst>
          </a:prstGeom>
          <a:solidFill>
            <a:srgbClr val="F7F9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1248" y="409651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설계할 때 명세가 답을 주지 않아 직접 정해야 했던 것</a:t>
            </a:r>
            <a:endParaRPr lang="en-US" sz="13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4407408"/>
          <a:ext cx="10515600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48463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정하지 않으면 생기는 문제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내린 결정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기동을 오른쪽으로 도는지 왼쪽으로 도는지 쓸 자리가 없다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 값의 부호로 표현 (+ 우선회 / − 좌선회)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Roll 기동이 궤적을 바꾸는지 아닌지 불명확하다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회전축 그대로 해석 — Roll 은 자세만, 궤적은 그대로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기동 시간이 서로 겹치면 어느 쪽을 적용할지 알 수 없다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겹침은 실행 전에 오류로 반려, 경계 시각은 뒤쪽 기동 것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D98C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02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6576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구조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57607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계산과 화면을 분리한다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3 · 표적 궤적 모의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5394960" cy="3703320"/>
          </a:xfrm>
          <a:prstGeom prst="roundRect">
            <a:avLst>
              <a:gd name="adj" fmla="val 988"/>
            </a:avLst>
          </a:prstGeom>
          <a:solidFill>
            <a:srgbClr val="EDF1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6276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TargetSimCore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195681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C17 / DLL · 화면을 전혀 모른다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2359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Define_JH.h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23591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타입·상수 (코딩룰 준수)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2743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matrixCalcLib_JH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2743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행렬 연산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59536" y="31272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CoordinateTransform_JH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3127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WGS84 좌표변환 · DCM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35112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TargetSim_JH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3511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 구조체 · 궤적 모의 엔진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59536" y="4133088"/>
            <a:ext cx="4809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표적을 한 스텝 나아가게 하는 계산은 전부 여기 있다.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콘솔이든 웹이든 다른 화면을 붙여도 그대로 쓴다.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72784" y="1371600"/>
            <a:ext cx="5349240" cy="3703320"/>
          </a:xfrm>
          <a:prstGeom prst="roundRect">
            <a:avLst>
              <a:gd name="adj" fmla="val 988"/>
            </a:avLst>
          </a:prstGeom>
          <a:solidFill>
            <a:srgbClr val="F7F9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65392" y="16276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TargetSimUI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565392" y="195681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MFC 다이얼로그 · 계산을 하지 않는다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65392" y="2359152"/>
            <a:ext cx="4754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칸을 읽어 도(°) → 라디안 변환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Core 에 넘기기 전에 값의 형식·범위 검사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오류는 어느 칸에서 났는지 지목해 반려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601개 결과 표본을 모아서 보관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LLA 표 · CSV 저장 · 궤적 그림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슬라이더로 임의 시점 이동 · 재생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5248656"/>
            <a:ext cx="11055096" cy="841248"/>
          </a:xfrm>
          <a:prstGeom prst="roundRect">
            <a:avLst>
              <a:gd name="adj" fmla="val 4348"/>
            </a:avLst>
          </a:prstGeom>
          <a:solidFill>
            <a:srgbClr val="E2E9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1248" y="543153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경계가 하나다.  </a:t>
            </a:r>
            <a:pPr indent="0" marL="0">
              <a:buNone/>
            </a:pPr>
            <a:r>
              <a:rPr lang="en-US" sz="120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 는 ST_SimConfig 를 채워 넣고, Core 는 ST_SimSample 을 돌려준다. 그 사이에 오가는 것은 이 두 구조체뿐이다.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D98C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02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6576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1-(1) 표적 구조체 정의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57607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변하지 않는 값과 변하는 값을 나눈다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3 · 표적 궤적 모의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28016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넣는 설정값과 매 순간 바뀌는 상태값은 수명이 다르다. 한 덩어리로 두면 어느 값이 계산 중에 바뀌는지 알 수 없다.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70078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— 시작할 때 정해지고 끝까지 안 변한다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011680"/>
            <a:ext cx="5394960" cy="1828800"/>
          </a:xfrm>
          <a:prstGeom prst="roundRect">
            <a:avLst>
              <a:gd name="adj" fmla="val 1500"/>
            </a:avLst>
          </a:prstGeom>
          <a:solidFill>
            <a:srgbClr val="1627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2121408"/>
            <a:ext cx="510235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B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ST_CoordLla   st_InitLla;     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ST_CoordAtt   st_InitAtt;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FLOAT64       headingSpeed;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INT32         nManeuverNum;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ST_TargetManeuver  st_Maneuver[30];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B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ST_TargetInit;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72784" y="1700784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— 0.1초마다 바뀐다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72784" y="2011680"/>
            <a:ext cx="5349240" cy="1828800"/>
          </a:xfrm>
          <a:prstGeom prst="roundRect">
            <a:avLst>
              <a:gd name="adj" fmla="val 1500"/>
            </a:avLst>
          </a:prstGeom>
          <a:solidFill>
            <a:srgbClr val="1627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19088" y="2121408"/>
            <a:ext cx="505663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B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FLOAT64       simTime;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ST_CoordRect  st_PosEcef;   // 계산 기준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ST_CoordRect  st_VelEcef;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ST_CoordLla   st_Lla;       // 출력용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ST_CoordAtt   st_Att;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B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ST_TargetState;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114800"/>
            <a:ext cx="5394960" cy="1984248"/>
          </a:xfrm>
          <a:prstGeom prst="roundRect">
            <a:avLst>
              <a:gd name="adj" fmla="val 1843"/>
            </a:avLst>
          </a:prstGeom>
          <a:solidFill>
            <a:srgbClr val="EDF1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3159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개수는 배열이 아니라 숫자로 관리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645152"/>
            <a:ext cx="4864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자리는 최대치(10개 / 30개)로 미리 잡아두고, 지금 몇 개를 쓰는지만 따로 적는다. 좌석 10개 버스에 승객 수를 적어두는 것과 같다. 표적을 늘리고 줄여도 메모리 크기가 변하지 않는다.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72784" y="4114800"/>
            <a:ext cx="5349240" cy="1984248"/>
          </a:xfrm>
          <a:prstGeom prst="roundRect">
            <a:avLst>
              <a:gd name="adj" fmla="val 1843"/>
            </a:avLst>
          </a:prstGeom>
          <a:solidFill>
            <a:srgbClr val="EDF1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28816" y="43159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ECEF 가 기준, 위경고도는 파생값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4645152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계산은 ECEF 에서 하고, 위도·경도·고도는 매 스텝 ECEF 에서 다시 뽑아 같이 보관한다. 화면 출력과 다음 스텝의 기준 방향 계산에 모두 쓰이기 때문이다.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D98C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02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6576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1-(1) 표적 구조체 정의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57607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속도를 벡터가 아니라 숫자 하나로 받는 이유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3 · 표적 궤적 모의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26187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명세가 속도를 V_heading 하나로 받으라고 했다.  </a:t>
            </a:r>
            <a:pPr indent="0" marL="0">
              <a:buNone/>
            </a:pPr>
            <a:r>
              <a:rPr lang="en-US" sz="125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방향은 어디에 있나? — 자세각(Yaw·Pitch·Roll)이 갖고 있다. 기수가 향하는 쪽이 곧 진행 방향이다.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1664208"/>
            <a:ext cx="5394960" cy="2286000"/>
          </a:xfrm>
          <a:prstGeom prst="roundRect">
            <a:avLst>
              <a:gd name="adj" fmla="val 1600"/>
            </a:avLst>
          </a:prstGeom>
          <a:solidFill>
            <a:srgbClr val="F6EDEC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8836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9E3B3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1883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901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3B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 벡터를 저장하고 회전시킨다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28600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(Vx, Vy, Vz) 를 들고 매 스텝 조금씩 돌린다. 소수점 계산 오차가 600번 쌓이면서 속력 자체가 변한다.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0358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E3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200.00  →  199.98 m/s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51129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선회한다고 느려질 이유가 없는데도 느려진다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72784" y="1664208"/>
            <a:ext cx="5349240" cy="2286000"/>
          </a:xfrm>
          <a:prstGeom prst="roundRect">
            <a:avLst>
              <a:gd name="adj" fmla="val 1600"/>
            </a:avLst>
          </a:prstGeom>
          <a:solidFill>
            <a:srgbClr val="E9F2EF"/>
          </a:solidFill>
          <a:ln/>
        </p:spPr>
      </p:sp>
      <p:sp>
        <p:nvSpPr>
          <p:cNvPr id="16" name="Shape 14"/>
          <p:cNvSpPr/>
          <p:nvPr/>
        </p:nvSpPr>
        <p:spPr>
          <a:xfrm>
            <a:off x="6528816" y="18836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28816" y="1883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94576" y="1901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속력은 고정, 방향만 매번 생성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228600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표적의 속력은 200" 을 숫자로 붙박아 두고, 방향만 그때그때 자세각에서 꺼내 곱한다.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528816" y="30358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200.000000  유지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528816" y="351129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번을 회전하든 200 은 200 — 검증할 항목이 하나 줄어든다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160520"/>
            <a:ext cx="11055096" cy="1938528"/>
          </a:xfrm>
          <a:prstGeom prst="roundRect">
            <a:avLst>
              <a:gd name="adj" fmla="val 1887"/>
            </a:avLst>
          </a:prstGeom>
          <a:solidFill>
            <a:srgbClr val="EDF1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59536" y="438912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크기가 절대 변하지 않는가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59536" y="470001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속도를 만들 때 쓰는 것은 회전 행렬뿐이다. 물건을 돌려도 길이가 변하지 않는 것처럼, 회전 행렬은 벡터의 크기를 바꾸지 못한다.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9536" y="5047488"/>
            <a:ext cx="10469880" cy="640080"/>
          </a:xfrm>
          <a:prstGeom prst="roundRect">
            <a:avLst>
              <a:gd name="adj" fmla="val 4286"/>
            </a:avLst>
          </a:prstGeom>
          <a:solidFill>
            <a:srgbClr val="16273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5840" y="5157216"/>
            <a:ext cx="10177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V_body = (200, 0, 0)        →   [자세 회전]  →   V_ned        →   [위경도 회전]  →   V_ecef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9B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                      |V_ecef| = 200.000000  (항상)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D98C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02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6576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1-(1) 표적 구조체 정의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57607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기동 정보 네 가지 — 그리고 명세에 없던 세 가지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3 · 표적 궤적 모의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298448"/>
            <a:ext cx="5394960" cy="1444752"/>
          </a:xfrm>
          <a:prstGeom prst="roundRect">
            <a:avLst>
              <a:gd name="adj" fmla="val 1899"/>
            </a:avLst>
          </a:prstGeom>
          <a:solidFill>
            <a:srgbClr val="1627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408176"/>
            <a:ext cx="510235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B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EN_TurnType  enTurnType;     // 0~3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FLOAT64      gravityValue;   // [G]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FLOAT64      startTime;      // [s]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FLOAT64      endTime;        // [s]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B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ST_TargetManeuver;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76148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명세가 정한 네 개를 그대로. 필드를 하나도 더 붙이지 않았다.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2784" y="1298448"/>
            <a:ext cx="5349240" cy="1463040"/>
          </a:xfrm>
          <a:prstGeom prst="roundRect">
            <a:avLst>
              <a:gd name="adj" fmla="val 2500"/>
            </a:avLst>
          </a:prstGeom>
          <a:solidFill>
            <a:srgbClr val="EDF1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28816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TurnType — 회전축 그대로 해석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528816" y="18288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Roll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534656" y="18288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옆으로 기울임 · 궤적은 그대로, 자세만 변함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528816" y="213969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Yaw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534656" y="21396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수평으로 선회 · 위에서 보면 원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28816" y="245059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Pitch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534656" y="24505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위아래로 선회 · 옆에서 보면 원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34670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명세가 말하지 않아 직접 정한 세 가지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3694176"/>
            <a:ext cx="3511296" cy="2377440"/>
          </a:xfrm>
          <a:prstGeom prst="roundRect">
            <a:avLst>
              <a:gd name="adj" fmla="val 1538"/>
            </a:avLst>
          </a:prstGeom>
          <a:solidFill>
            <a:srgbClr val="F7F9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" y="385876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C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886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 방향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4242816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E3B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오른쪽인가 왼쪽인가?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535424"/>
            <a:ext cx="3035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 값의 부호로 표현한다. +2G 는 오른쪽, −2G 는 왼쪽. 크기와 방향을 숫자 하나가 같이 나타내므로 필드를 늘리지 않아도 된다.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52544" y="3694176"/>
            <a:ext cx="3511296" cy="2377440"/>
          </a:xfrm>
          <a:prstGeom prst="roundRect">
            <a:avLst>
              <a:gd name="adj" fmla="val 1538"/>
            </a:avLst>
          </a:prstGeom>
          <a:solidFill>
            <a:srgbClr val="F7F9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90288" y="385876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C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974336" y="3886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Roll 기동의 의미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90288" y="4242816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E3B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궤적이 휘는가?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90288" y="4535424"/>
            <a:ext cx="3035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휘지 않는다. 회전축을 글자 그대로 해석해 Roll 은 자세만 바꾼다. 세 타입이 대칭이 되어 코드도 설명도 단순해진다.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694176"/>
            <a:ext cx="3511296" cy="2377440"/>
          </a:xfrm>
          <a:prstGeom prst="roundRect">
            <a:avLst>
              <a:gd name="adj" fmla="val 1538"/>
            </a:avLst>
          </a:prstGeom>
          <a:solidFill>
            <a:srgbClr val="F7F9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75904" y="385876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C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759952" y="3886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기동 시간 겹침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375904" y="4242816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E3B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적용? 하나만?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375904" y="4535424"/>
            <a:ext cx="3035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없는 입력이므로 실행 전에 거부한다. 이어 붙인 경우의 경계 시각은 뒤쪽 기동 것으로 정했다.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D98C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02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6576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1-(2) 표적 상태 정보 갱신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57607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ECEF 에서 계산하는가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3 · 표적 궤적 모의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298448"/>
            <a:ext cx="5394960" cy="2103120"/>
          </a:xfrm>
          <a:prstGeom prst="roundRect">
            <a:avLst>
              <a:gd name="adj" fmla="val 1739"/>
            </a:avLst>
          </a:prstGeom>
          <a:solidFill>
            <a:srgbClr val="E9F2E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149961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ECEF 는 그냥 더하면 된다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41248" y="1828800"/>
            <a:ext cx="4864608" cy="566928"/>
          </a:xfrm>
          <a:prstGeom prst="roundRect">
            <a:avLst>
              <a:gd name="adj" fmla="val 4839"/>
            </a:avLst>
          </a:prstGeom>
          <a:solidFill>
            <a:srgbClr val="1627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87552" y="19385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9B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새 위치 = 이전 위치 + 속도 x 0.1초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505456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 중심이 원점인 평범한 x·y·z 직교좌표. 위치 갱신이 벡터 덧셈 한 줄로 끝난다.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72784" y="1298448"/>
            <a:ext cx="5349240" cy="2103120"/>
          </a:xfrm>
          <a:prstGeom prst="roundRect">
            <a:avLst>
              <a:gd name="adj" fmla="val 1739"/>
            </a:avLst>
          </a:prstGeom>
          <a:solidFill>
            <a:srgbClr val="F6EDE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47104" y="149961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3B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위도·경도로는 그렇게 안 된다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547104" y="1828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동쪽으로 1 m 갔을 때 경도가 얼마나 변하는지가 위도마다 다르다. 위로 갈수록 경도선 사이가 좁아지기 때문이다.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47104" y="2304288"/>
          <a:ext cx="484632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242316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동쪽 1 m 이동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경도 변화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적도 (위도 0°)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0.0000090°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위도 60°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0.0000180°  (두 배)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66928" y="3547872"/>
            <a:ext cx="11055096" cy="1243584"/>
          </a:xfrm>
          <a:prstGeom prst="roundRect">
            <a:avLst>
              <a:gd name="adj" fmla="val 2941"/>
            </a:avLst>
          </a:prstGeom>
          <a:solidFill>
            <a:srgbClr val="EDF1F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59536" y="371246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대신 ECEF → 위경도 변환을 매 스텝 해야 한다 — 그래서 변환 정확도가 곧 궤적 정확도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859536" y="40233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소스는 같은 계산을 5번 반복해 근사하는 방식이었다. 5번이 충분한지 보장이 없고, 고위도에서는 고도가 크게 어긋났다.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없이 한 번에 답이 나오는 Bowring 폐형식으로 교체했다 — 정확도 밀리미터 수준, 고위도에서도 발산하지 않는다.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566928" y="4956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스텝에서 위치가 갱신되는 경로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66928" y="5285232"/>
            <a:ext cx="1947672" cy="566928"/>
          </a:xfrm>
          <a:prstGeom prst="roundRect">
            <a:avLst>
              <a:gd name="adj" fmla="val 9677"/>
            </a:avLst>
          </a:prstGeom>
          <a:solidFill>
            <a:srgbClr val="15243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66928" y="52852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ECEF 위치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2514600" y="5285232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8C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2843784" y="5285232"/>
            <a:ext cx="1947672" cy="566928"/>
          </a:xfrm>
          <a:prstGeom prst="roundRect">
            <a:avLst>
              <a:gd name="adj" fmla="val 9677"/>
            </a:avLst>
          </a:prstGeom>
          <a:solidFill>
            <a:srgbClr val="E2E9F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843784" y="52852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속도 × 0.1초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4791456" y="5285232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8C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120640" y="5285232"/>
            <a:ext cx="1947672" cy="566928"/>
          </a:xfrm>
          <a:prstGeom prst="roundRect">
            <a:avLst>
              <a:gd name="adj" fmla="val 9677"/>
            </a:avLst>
          </a:prstGeom>
          <a:solidFill>
            <a:srgbClr val="15243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120640" y="52852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ECEF 위치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7068312" y="5285232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8C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397496" y="5285232"/>
            <a:ext cx="1947672" cy="566928"/>
          </a:xfrm>
          <a:prstGeom prst="roundRect">
            <a:avLst>
              <a:gd name="adj" fmla="val 9677"/>
            </a:avLst>
          </a:prstGeom>
          <a:solidFill>
            <a:srgbClr val="E2E9F1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397496" y="52852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Bowring 변환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9345168" y="5285232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8C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9674352" y="5285232"/>
            <a:ext cx="1947672" cy="566928"/>
          </a:xfrm>
          <a:prstGeom prst="roundRect">
            <a:avLst>
              <a:gd name="adj" fmla="val 9677"/>
            </a:avLst>
          </a:prstGeom>
          <a:solidFill>
            <a:srgbClr val="15243A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9674352" y="52852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위도·경도·고도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D98C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02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6576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1-(2) 표적 상태 정보 갱신  ·  명세의 추가 고민 항목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57607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동체 속도를 ECEF 속도로 바꾸기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3 · 표적 궤적 모의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261872"/>
            <a:ext cx="11055096" cy="1005840"/>
          </a:xfrm>
          <a:prstGeom prst="roundRect">
            <a:avLst>
              <a:gd name="adj" fmla="val 3636"/>
            </a:avLst>
          </a:prstGeom>
          <a:solidFill>
            <a:srgbClr val="E2E9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89888"/>
            <a:ext cx="10469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Yaw 180° 는 "남쪽을 보고 있다"는 뜻이다. 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그 남쪽이 우주에서 어느 방향인지는 내가 어디에 서 있느냐에 따라 다르다.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서울에서의 남쪽과 브라질에서의 남쪽은 완전히 다른 방향이다. 그래서 회전을 두 번 나눠서 한다.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32304"/>
            <a:ext cx="3511296" cy="1371600"/>
          </a:xfrm>
          <a:prstGeom prst="roundRect">
            <a:avLst>
              <a:gd name="adj" fmla="val 2667"/>
            </a:avLst>
          </a:prstGeom>
          <a:solidFill>
            <a:srgbClr val="F7F9FC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615184"/>
            <a:ext cx="292608" cy="292608"/>
          </a:xfrm>
          <a:prstGeom prst="ellipse">
            <a:avLst/>
          </a:prstGeom>
          <a:solidFill>
            <a:srgbClr val="D98C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2615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62432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4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V_body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2999232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8C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(200, 0, 0)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327355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기수 방향으로 200 m/s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078224" y="2432304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8C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52544" y="2432304"/>
            <a:ext cx="3511296" cy="1371600"/>
          </a:xfrm>
          <a:prstGeom prst="roundRect">
            <a:avLst>
              <a:gd name="adj" fmla="val 2667"/>
            </a:avLst>
          </a:prstGeom>
          <a:solidFill>
            <a:srgbClr val="F7F9FC"/>
          </a:solidFill>
          <a:ln/>
        </p:spPr>
      </p:sp>
      <p:sp>
        <p:nvSpPr>
          <p:cNvPr id="17" name="Shape 15"/>
          <p:cNvSpPr/>
          <p:nvPr/>
        </p:nvSpPr>
        <p:spPr>
          <a:xfrm>
            <a:off x="4590288" y="2615184"/>
            <a:ext cx="292608" cy="292608"/>
          </a:xfrm>
          <a:prstGeom prst="ellipse">
            <a:avLst/>
          </a:prstGeom>
          <a:solidFill>
            <a:srgbClr val="D98C1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90288" y="2615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992624" y="262432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4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V_ned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90288" y="2999232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8C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자세각으로 회전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90288" y="327355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선 자리의 북·동·아래 성분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2432304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8C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38160" y="2432304"/>
            <a:ext cx="3511296" cy="1371600"/>
          </a:xfrm>
          <a:prstGeom prst="roundRect">
            <a:avLst>
              <a:gd name="adj" fmla="val 2667"/>
            </a:avLst>
          </a:prstGeom>
          <a:solidFill>
            <a:srgbClr val="E9F2EF"/>
          </a:solidFill>
          <a:ln/>
        </p:spPr>
      </p:sp>
      <p:sp>
        <p:nvSpPr>
          <p:cNvPr id="24" name="Shape 22"/>
          <p:cNvSpPr/>
          <p:nvPr/>
        </p:nvSpPr>
        <p:spPr>
          <a:xfrm>
            <a:off x="8375904" y="2615184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75904" y="2615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78240" y="262432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4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V_ecef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375904" y="2999232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위경도로 회전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375904" y="327355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 좌표계 성분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3950208"/>
            <a:ext cx="6720840" cy="2212848"/>
          </a:xfrm>
          <a:prstGeom prst="roundRect">
            <a:avLst>
              <a:gd name="adj" fmla="val 1240"/>
            </a:avLst>
          </a:prstGeom>
          <a:solidFill>
            <a:srgbClr val="16273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3232" y="4059936"/>
            <a:ext cx="6428232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E9B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EN_CoordStatus f_Tgt_GetVelEcef(ST_CoordRect *st_VelEcef,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E9B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const ST_CoordAtt *st_Att, const ST_CoordLla *st_Lla,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E9B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FLOAT64 headingSpeed)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7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7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st_VelBody.x = headingSpeed;   // 기수 방향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7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st_VelBody.y = 0.0;   st_VelBody.z = 0.0;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9CD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enStatus = f_Trans_Body_To_Ned(&amp;st_VelNed, &amp;st_VelBody, st_Att);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7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(enStatus == COORD_OK) {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9CD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enStatus = f_Trans_NedVec_To_Ecef(st_VelEcef, &amp;st_VelNed,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9CD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st_Lla-&gt;lat, st_Lla-&gt;lon);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7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  return enStatus;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7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507224" y="3950208"/>
            <a:ext cx="4114800" cy="2212848"/>
          </a:xfrm>
          <a:prstGeom prst="roundRect">
            <a:avLst>
              <a:gd name="adj" fmla="val 1653"/>
            </a:avLst>
          </a:prstGeom>
          <a:solidFill>
            <a:srgbClr val="EDF1F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63256" y="4151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놓치기 쉬운 것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763256" y="4480560"/>
            <a:ext cx="3621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번째 회전은 현재 위치에 따라 달라진다. 표적이 움직였으면 행렬을 다시 만들어야 한다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위치의 행렬을 재사용하면 이동한 거리만큼 지구 곡률 오차가 그대로 쌓인다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D98C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02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6576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1-(2) 표적 상태 정보 갱신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57607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기동이 궤적을 휘게 하는 원리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3 · 표적 궤적 모의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280160"/>
            <a:ext cx="11055096" cy="566928"/>
          </a:xfrm>
          <a:prstGeom prst="roundRect">
            <a:avLst>
              <a:gd name="adj" fmla="val 6452"/>
            </a:avLst>
          </a:prstGeom>
          <a:solidFill>
            <a:srgbClr val="E2E9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426464"/>
            <a:ext cx="1046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기동은 위치를 직접 건드리지 않는다.  </a:t>
            </a:r>
            <a:pPr indent="0" marL="0">
              <a:buNone/>
            </a:pPr>
            <a:r>
              <a:rPr lang="en-US" sz="125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자세각을 돌리면 다음 스텝의 속도 방향이 바뀌고, 그 결과로 궤적이 휜다.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1993392"/>
            <a:ext cx="5394960" cy="2148840"/>
          </a:xfrm>
          <a:prstGeom prst="roundRect">
            <a:avLst>
              <a:gd name="adj" fmla="val 1702"/>
            </a:avLst>
          </a:prstGeom>
          <a:solidFill>
            <a:srgbClr val="F7F9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21945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G 로 돌면 얼마나 빨리 도는가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50545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원운동에서 안쪽으로 당기는 가속도는 속력 × 각속도. Gravity Value 는 이 가속도를 중력의 몇 배로 준 것이다.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" y="3072384"/>
            <a:ext cx="4864608" cy="896112"/>
          </a:xfrm>
          <a:prstGeom prst="roundRect">
            <a:avLst>
              <a:gd name="adj" fmla="val 3061"/>
            </a:avLst>
          </a:prstGeom>
          <a:solidFill>
            <a:srgbClr val="1627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87552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 × ω  =  n × g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9B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각속도 ω  =  n × 9.80665 / V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2784" y="1993392"/>
            <a:ext cx="5349240" cy="2148840"/>
          </a:xfrm>
          <a:prstGeom prst="roundRect">
            <a:avLst>
              <a:gd name="adj" fmla="val 1702"/>
            </a:avLst>
          </a:prstGeom>
          <a:solidFill>
            <a:srgbClr val="F7F9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47104" y="21945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바로 나오는 두 값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47104" y="2560320"/>
            <a:ext cx="4846320" cy="1316736"/>
          </a:xfrm>
          <a:prstGeom prst="roundRect">
            <a:avLst>
              <a:gd name="adj" fmla="val 2083"/>
            </a:avLst>
          </a:prstGeom>
          <a:solidFill>
            <a:srgbClr val="1627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93408" y="2670048"/>
            <a:ext cx="4553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9B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선회 반경  R  =  V / ω  =  V² / (n × g)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9B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선회 주기  T  =  2π V / (n × g)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 = 200, n = 1  →  R = 4,079 m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389120"/>
          <a:ext cx="7205472" cy="914400"/>
        </p:xfrm>
        <a:graphic>
          <a:graphicData uri="http://schemas.openxmlformats.org/drawingml/2006/table">
            <a:tbl>
              <a:tblPr/>
              <a:tblGrid>
                <a:gridCol w="1115568"/>
                <a:gridCol w="749808"/>
                <a:gridCol w="1188720"/>
                <a:gridCol w="1325880"/>
                <a:gridCol w="1280160"/>
                <a:gridCol w="154533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속력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각속도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선회 반경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바퀴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0.1초에 도는 각도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 m/s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G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18.7 °/s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92 m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19.2 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1.87°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 m/s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G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37.5 °/s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46 m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9.6 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3.75°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 m/s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G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2.8 °/s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4,079 m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128.1 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0.28°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 m/s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G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5.6 °/s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2,039 m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64.1 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0.56°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8101584" y="4389120"/>
            <a:ext cx="3520440" cy="1682496"/>
          </a:xfrm>
          <a:prstGeom prst="roundRect">
            <a:avLst>
              <a:gd name="adj" fmla="val 2174"/>
            </a:avLst>
          </a:prstGeom>
          <a:solidFill>
            <a:srgbClr val="EDF1F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357616" y="4572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G 라도 느린 표적이 훨씬 급하게 돈다.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357616" y="488289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m/s 배는 2G 로 반경 46 m 안에서 돌고, 200 m/s 비행기는 같은 2G 로 2 km 짜리 원을 그린다. 익숙한 감각과 반대다.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D98C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02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6576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1-(2) 표적 상태 정보 갱신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57607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스텝 나아가는 방법 — 중점법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3 · 표적 궤적 모의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280160"/>
            <a:ext cx="5394960" cy="1298448"/>
          </a:xfrm>
          <a:prstGeom prst="roundRect">
            <a:avLst>
              <a:gd name="adj" fmla="val 2817"/>
            </a:avLst>
          </a:prstGeom>
          <a:solidFill>
            <a:srgbClr val="F6ED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3B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0.1초인데 무엇이 갈리나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1773936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0.1초 동안은 속도가 안 변한다고 치고 직선으로 옮긴다. 그 "안 변하는 속도"를 구간의 어느 시점에서 뽑을지가 갈린다. 시작(0초) 방향을 쓰면 도는 중에는 계속 뒤처진 방향으로 간다.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2784" y="1280160"/>
            <a:ext cx="5349240" cy="1298448"/>
          </a:xfrm>
          <a:prstGeom prst="roundRect">
            <a:avLst>
              <a:gd name="adj" fmla="val 2817"/>
            </a:avLst>
          </a:prstGeom>
          <a:solidFill>
            <a:srgbClr val="E9F2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47104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한가운데(0.05초) 방향을 쓴다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547104" y="1773936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곡선 아래 넓이를 직사각형으로 어림할 때 왼쪽 끝 높이가 아니라 가운데 높이로 재는 것과 같다. 모자란 쪽과 남는 쪽이 서로 상쇄된다.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761488"/>
            <a:ext cx="6629400" cy="1993392"/>
          </a:xfrm>
          <a:prstGeom prst="roundRect">
            <a:avLst>
              <a:gd name="adj" fmla="val 1376"/>
            </a:avLst>
          </a:prstGeom>
          <a:solidFill>
            <a:srgbClr val="1627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2871216"/>
            <a:ext cx="633679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D7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halfStep = 0.5 * stepTime;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9B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st_AttMid.yaw = st_State-&gt;st_Att.yaw + (st_Rate-&gt;yaw * halfStep);   // 중앙 자세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9CD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f_Tgt_GetVelEcef(&amp;st_VelMid, &amp;st_AttMid, &amp;st_State-&gt;st_Lla, headingSpeed);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D7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f_Coord_VecScale(&amp;st_Delta,  &amp;st_VelMid, stepTime);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D7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f_Coord_VecAdd  (&amp;st_Next.st_PosEcef, &amp;st_State-&gt;st_PosEcef, &amp;st_Delta);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9CD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f_Trans_Ecef_To_Lla(&amp;st_Next.st_Lla,  &amp;st_Next.st_PosEcef);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D7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st_Next.st_Att.yaw = f_Coord_WrapAngle(st_Att.yaw + rate.yaw * stepTime);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507224" y="2761488"/>
            <a:ext cx="4114800" cy="2212848"/>
          </a:xfrm>
          <a:prstGeom prst="roundRect">
            <a:avLst>
              <a:gd name="adj" fmla="val 1653"/>
            </a:avLst>
          </a:prstGeom>
          <a:solidFill>
            <a:srgbClr val="EDF1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63256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간격을 줄여 보면 드러난다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763256" y="3218688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 m/s · 1G 선회 · 60초 뒤 위치 오차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63256" y="3493008"/>
          <a:ext cx="3621024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53312"/>
                <a:gridCol w="1353312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 방향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중점법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19.9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0.008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0.05초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9.95 m  (1/2)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0.002 m  (1/4)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7763256" y="4407408"/>
            <a:ext cx="3621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반경은 두 방법 모두 정확하다. 차이는 궤적이 반 스텝(10 m)만큼 옆으로 밀리는 것으로 나타난다.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6928" y="5157216"/>
            <a:ext cx="11055096" cy="932688"/>
          </a:xfrm>
          <a:prstGeom prst="roundRect">
            <a:avLst>
              <a:gd name="adj" fmla="val 3922"/>
            </a:avLst>
          </a:prstGeom>
          <a:solidFill>
            <a:srgbClr val="E2E9F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59536" y="5321808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비용은 좌표변환 한 번뿐.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정확도를 시작 방향 방식으로 내려면 간격을 2,500배 잘게 쪼개야 하므로, 오히려 중점법이 훨씬 빠르다. RK4 까지 갈 이유가 없었다.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9E3B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알려진 한계 —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자세를 roll·pitch·yaw 로 직접 다루므로 pitch 가 ±90° 근처면 yaw 축이 진행 방향과 겹쳐(짐벌락) yaw 기동이 궤적을 바꾸지 못한다. 명세가 규정한 표현이라 유지하고 한계를 기록해 두는 쪽을 택했다.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D98C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02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6576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시뮬레이션 조건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57607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조건값이 어디로 들어가고 어떻게 도는가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3 · 표적 궤적 모의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98448"/>
          <a:ext cx="11055096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397496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명세 조건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설정값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시뮬레이션 시간 / 갱신 간격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durationTime = 60.0  ·  stepTime = 0.1  →  600 스텝, 표본 601개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플랫폼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32.0°N, 126.0°E, 0 m, 0 m/s  (정지)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대함 표적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32.125°N, 126.03°E, 0 m, 30 m/s, Yaw 270° (서쪽)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대공 표적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32.12°N, 126.0°E, 300 m, 200 m/s, Yaw 180° (남쪽)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표적 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nTargetNum = 2   ·   기동 없음 (등속 직진)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66928" y="331012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순서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" y="3639312"/>
            <a:ext cx="2020824" cy="1426464"/>
          </a:xfrm>
          <a:prstGeom prst="roundRect">
            <a:avLst>
              <a:gd name="adj" fmla="val 2564"/>
            </a:avLst>
          </a:prstGeom>
          <a:solidFill>
            <a:srgbClr val="F7F9FC"/>
          </a:solidFill>
          <a:ln/>
        </p:spPr>
      </p:sp>
      <p:sp>
        <p:nvSpPr>
          <p:cNvPr id="10" name="Shape 7"/>
          <p:cNvSpPr/>
          <p:nvPr/>
        </p:nvSpPr>
        <p:spPr>
          <a:xfrm>
            <a:off x="768096" y="3803904"/>
            <a:ext cx="274320" cy="274320"/>
          </a:xfrm>
          <a:prstGeom prst="ellipse">
            <a:avLst/>
          </a:prstGeom>
          <a:solidFill>
            <a:srgbClr val="15243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8096" y="3803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15568" y="3813048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구성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68096" y="4169664"/>
            <a:ext cx="1618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값을 읽어 도 → 라디안 변환. 형식·범위 검사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587752" y="3639312"/>
            <a:ext cx="23774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8C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825496" y="3639312"/>
            <a:ext cx="2020824" cy="1426464"/>
          </a:xfrm>
          <a:prstGeom prst="roundRect">
            <a:avLst>
              <a:gd name="adj" fmla="val 2564"/>
            </a:avLst>
          </a:prstGeom>
          <a:solidFill>
            <a:srgbClr val="F7F9FC"/>
          </a:solidFill>
          <a:ln/>
        </p:spPr>
      </p:sp>
      <p:sp>
        <p:nvSpPr>
          <p:cNvPr id="16" name="Shape 13"/>
          <p:cNvSpPr/>
          <p:nvPr/>
        </p:nvSpPr>
        <p:spPr>
          <a:xfrm>
            <a:off x="3026664" y="3803904"/>
            <a:ext cx="274320" cy="274320"/>
          </a:xfrm>
          <a:prstGeom prst="ellipse">
            <a:avLst/>
          </a:prstGeom>
          <a:solidFill>
            <a:srgbClr val="15243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026664" y="3803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3374136" y="3813048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검증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3026664" y="4169664"/>
            <a:ext cx="1618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 수, 스텝 수가 정수배인지, 기동 시각 순서·겹침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3639312"/>
            <a:ext cx="23774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8C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084064" y="3639312"/>
            <a:ext cx="2020824" cy="1426464"/>
          </a:xfrm>
          <a:prstGeom prst="roundRect">
            <a:avLst>
              <a:gd name="adj" fmla="val 2564"/>
            </a:avLst>
          </a:prstGeom>
          <a:solidFill>
            <a:srgbClr val="F7F9FC"/>
          </a:solidFill>
          <a:ln/>
        </p:spPr>
      </p:sp>
      <p:sp>
        <p:nvSpPr>
          <p:cNvPr id="22" name="Shape 19"/>
          <p:cNvSpPr/>
          <p:nvPr/>
        </p:nvSpPr>
        <p:spPr>
          <a:xfrm>
            <a:off x="5285232" y="3803904"/>
            <a:ext cx="274320" cy="274320"/>
          </a:xfrm>
          <a:prstGeom prst="ellipse">
            <a:avLst/>
          </a:prstGeom>
          <a:solidFill>
            <a:srgbClr val="15243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285232" y="3803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32704" y="3813048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초기화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5285232" y="4169664"/>
            <a:ext cx="1618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위경고도 → ECEF, 자세 → 초기 속도 벡터 생성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104888" y="3639312"/>
            <a:ext cx="23774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8C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342632" y="3639312"/>
            <a:ext cx="2020824" cy="1426464"/>
          </a:xfrm>
          <a:prstGeom prst="roundRect">
            <a:avLst>
              <a:gd name="adj" fmla="val 2564"/>
            </a:avLst>
          </a:prstGeom>
          <a:solidFill>
            <a:srgbClr val="F7F9FC"/>
          </a:solidFill>
          <a:ln/>
        </p:spPr>
      </p:sp>
      <p:sp>
        <p:nvSpPr>
          <p:cNvPr id="28" name="Shape 25"/>
          <p:cNvSpPr/>
          <p:nvPr/>
        </p:nvSpPr>
        <p:spPr>
          <a:xfrm>
            <a:off x="7543800" y="3803904"/>
            <a:ext cx="274320" cy="274320"/>
          </a:xfrm>
          <a:prstGeom prst="ellipse">
            <a:avLst/>
          </a:prstGeom>
          <a:solidFill>
            <a:srgbClr val="15243A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543800" y="3803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891272" y="3813048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600회 반복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7543800" y="4169664"/>
            <a:ext cx="1618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 → 표적 순서로 한 스텝씩. 모두 성공해야 반영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9363456" y="3639312"/>
            <a:ext cx="23774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8C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9601200" y="3639312"/>
            <a:ext cx="2020824" cy="1426464"/>
          </a:xfrm>
          <a:prstGeom prst="roundRect">
            <a:avLst>
              <a:gd name="adj" fmla="val 2564"/>
            </a:avLst>
          </a:prstGeom>
          <a:solidFill>
            <a:srgbClr val="E9F2EF"/>
          </a:solidFill>
          <a:ln/>
        </p:spPr>
      </p:sp>
      <p:sp>
        <p:nvSpPr>
          <p:cNvPr id="34" name="Shape 31"/>
          <p:cNvSpPr/>
          <p:nvPr/>
        </p:nvSpPr>
        <p:spPr>
          <a:xfrm>
            <a:off x="9802368" y="380390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9802368" y="3803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10149840" y="3813048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9802368" y="4169664"/>
            <a:ext cx="1618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표본 601개 → LLA 표 · CSV · 궤적 그림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66928" y="5193792"/>
            <a:ext cx="5394960" cy="896112"/>
          </a:xfrm>
          <a:prstGeom prst="roundRect">
            <a:avLst>
              <a:gd name="adj" fmla="val 4082"/>
            </a:avLst>
          </a:prstGeom>
          <a:solidFill>
            <a:srgbClr val="EDF1F6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841248" y="5358384"/>
            <a:ext cx="4864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시각은 더하지 않고 곱한다.  </a:t>
            </a:r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 을 600번 더하면 60.0000000000006 이 되지만, 600 × 0.1 은 정확히 60.0 이다.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272784" y="5193792"/>
            <a:ext cx="5349240" cy="896112"/>
          </a:xfrm>
          <a:prstGeom prst="roundRect">
            <a:avLst>
              <a:gd name="adj" fmla="val 4082"/>
            </a:avLst>
          </a:prstGeom>
          <a:solidFill>
            <a:srgbClr val="EDF1F6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547104" y="5358384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스텝은 통째로 성공하거나 통째로 실패한다.  </a:t>
            </a:r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사본에서 전부 진행한 뒤 반영하므로 시각이 섞인 중간 상태가 나오지 않는다.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D98C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02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6576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시뮬레이션 조건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57607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 = 0 초기값과 60초 뒤 예상 결과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3 · 표적 궤적 모의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261872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 = 0 에서 계산된 ECEF 초기값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55096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251960"/>
                <a:gridCol w="3657600"/>
                <a:gridCol w="1956816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ECEF 위치 [m]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ECEF 속도 [m/s]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속력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플랫폼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(−3 182 303.6,  4 380 065.1,  3 360 431.4)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(0, 0, 0)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(−3 180 268.5,  4 372 447.8,  3 372 178.2)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(24.2613, 17.6463, 0.0000)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30.000000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대공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(−3 178 301.3,  4 374 556.4,  3 371 868.1)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(−62.5044, 86.0299, −169.3873)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200.000000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2944368"/>
            <a:ext cx="5394960" cy="694944"/>
          </a:xfrm>
          <a:prstGeom prst="roundRect">
            <a:avLst>
              <a:gd name="adj" fmla="val 5263"/>
            </a:avLst>
          </a:prstGeom>
          <a:solidFill>
            <a:srgbClr val="E2E9F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41248" y="3072384"/>
            <a:ext cx="4864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대공 표적의 z 성분이 음수인 것은 고도가 내려가서가 아니라, 남쪽으로 가면 북극 쪽 성분이 줄기 때문이다.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72784" y="2944368"/>
            <a:ext cx="5349240" cy="694944"/>
          </a:xfrm>
          <a:prstGeom prst="roundRect">
            <a:avLst>
              <a:gd name="adj" fmla="val 5263"/>
            </a:avLst>
          </a:prstGeom>
          <a:solidFill>
            <a:srgbClr val="E2E9F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547104" y="30723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Yaw 270°(서쪽)는 위도를 유지한 채 경도만, Yaw 180°(남쪽)는 경도를 유지한 채 위도만 변한다.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376732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60초 뒤 이론값 — 이 숫자와 비교해서 맞는지 확인한다</a:t>
            </a:r>
            <a:endParaRPr lang="en-US" sz="135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059936"/>
          <a:ext cx="11055096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663440"/>
                <a:gridCol w="3922776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항목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이론값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속력 (전 구간)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30.000000 / 200.000000 m/s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회전 행렬은 크기를 바꾸지 못한다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대함 이동거리 · 최종 위치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1,800 m  ·  위도 32.125000° 유지, 경도 126.010925°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 × 60, 평행권 반경 5,406,700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대공 이동거리 · 최종 위치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12,000 m  ·  경도 126.000000° 유지, 위도 32.011788°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 × 60, 자오선 곡률반경으로 적분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대공 고도 · 플랫폼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 m 유지  ·  플랫폼은 전 구간 불변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수평 비행 · 플랫폼 속도 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566928" y="5687568"/>
            <a:ext cx="11055096" cy="566928"/>
          </a:xfrm>
          <a:prstGeom prst="roundRect">
            <a:avLst>
              <a:gd name="adj" fmla="val 6452"/>
            </a:avLst>
          </a:prstGeom>
          <a:solidFill>
            <a:srgbClr val="EDF1F6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59536" y="5815584"/>
            <a:ext cx="1046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기준은 자릿수 비교가 아니라 거리.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5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곡률반경을 어떻게 잡느냐에 따라 위경도 마지막 자리가 0.8 m 정도 달라지므로, 시작–끝 측지선 길이가 V × t 와 맞는지로 본다.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58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8132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D98C1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225296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설정과 상태를 나눴다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882896" y="14630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입력값은 안 변하고 상태값만 변한다. 개수는 배열이 아니라 숫자로 관리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195681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D98C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25296" y="1938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속도를 숫자 하나로 받았다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882896" y="193852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방향은 자세각에서 매번 생성 — 속력이 구조적으로 보존된다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43230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D98C1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25296" y="24140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기동은 네 필드 그대로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82896" y="241401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 방향은 G 부호로. 명세에 없던 세 가지는 판단 근거를 남겼다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90779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25296" y="28895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계산은 ECEF 에서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82896" y="288950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위경도는 그냥 더할 수 없다. 변환은 Bowring 폐형식으로 교체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3832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25296" y="3364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동체 속도 → ECEF 는 두 번 회전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82896" y="336499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"남쪽"은 서 있는 자리마다 다른 방향이기 때문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85876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25296" y="3840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스텝은 중점법으로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882896" y="38404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선회할 때 바깥으로 밀리는 오차를 상쇄. 비용은 속도 계산 한 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4617720"/>
            <a:ext cx="10561320" cy="1371600"/>
          </a:xfrm>
          <a:prstGeom prst="roundRect">
            <a:avLst>
              <a:gd name="adj" fmla="val 3333"/>
            </a:avLst>
          </a:prstGeom>
          <a:solidFill>
            <a:srgbClr val="1A2E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33856" y="4809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C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" y="51206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출력 및 검증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명세 시나리오를 실제로 돌려 CSV 로 저장하고, 위 이론값과 실측값을 대조한다. 시간 간격을 0.1 → 0.05 로 줄여 오차가 1/4 로 떨어지는지도 함께 확인한다.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과제 3 - 표적 궤적 모의</dc:title>
  <dc:subject>PptxGenJS Presentation</dc:subject>
  <dc:creator>harley</dc:creator>
  <cp:lastModifiedBy>harley</cp:lastModifiedBy>
  <cp:revision>1</cp:revision>
  <dcterms:created xsi:type="dcterms:W3CDTF">2026-09-17T09:41:30Z</dcterms:created>
  <dcterms:modified xsi:type="dcterms:W3CDTF">2026-09-17T09:41:30Z</dcterms:modified>
</cp:coreProperties>
</file>